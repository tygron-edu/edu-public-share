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  <p:sldMasterId id="2147483695" r:id="rId5"/>
  </p:sldMasterIdLst>
  <p:notesMasterIdLst>
    <p:notesMasterId r:id="rId18"/>
  </p:notesMasterIdLst>
  <p:sldIdLst>
    <p:sldId id="373" r:id="rId6"/>
    <p:sldId id="6980" r:id="rId7"/>
    <p:sldId id="6934" r:id="rId8"/>
    <p:sldId id="6972" r:id="rId9"/>
    <p:sldId id="6981" r:id="rId10"/>
    <p:sldId id="6973" r:id="rId11"/>
    <p:sldId id="6974" r:id="rId12"/>
    <p:sldId id="6975" r:id="rId13"/>
    <p:sldId id="6976" r:id="rId14"/>
    <p:sldId id="6977" r:id="rId15"/>
    <p:sldId id="6978" r:id="rId16"/>
    <p:sldId id="6979" r:id="rId1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D6AF77-B614-4E83-A403-7AA763794138}" v="10" dt="2025-08-26T09:15:00.206"/>
    <p1510:client id="{605BD979-C4D4-2536-68F2-769AF82CCD1D}" v="107" dt="2025-08-27T10:05:34.829"/>
    <p1510:client id="{BD268C9F-F42A-366A-519E-BEC943EF79ED}" v="256" dt="2025-08-27T11:55:54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t van Diermen" userId="S::vincent@tygron.com::bc636cb0-a983-4a1e-b38b-7bfb43c4457d" providerId="AD" clId="Web-{BD268C9F-F42A-366A-519E-BEC943EF79ED}"/>
    <pc:docChg chg="addSld delSld modSld">
      <pc:chgData name="Vincent van Diermen" userId="S::vincent@tygron.com::bc636cb0-a983-4a1e-b38b-7bfb43c4457d" providerId="AD" clId="Web-{BD268C9F-F42A-366A-519E-BEC943EF79ED}" dt="2025-08-27T11:55:54.523" v="247" actId="1076"/>
      <pc:docMkLst>
        <pc:docMk/>
      </pc:docMkLst>
      <pc:sldChg chg="delSp modSp del modNotes">
        <pc:chgData name="Vincent van Diermen" userId="S::vincent@tygron.com::bc636cb0-a983-4a1e-b38b-7bfb43c4457d" providerId="AD" clId="Web-{BD268C9F-F42A-366A-519E-BEC943EF79ED}" dt="2025-08-27T10:27:49.472" v="55"/>
        <pc:sldMkLst>
          <pc:docMk/>
          <pc:sldMk cId="2442021615" sldId="395"/>
        </pc:sldMkLst>
        <pc:spChg chg="mod">
          <ac:chgData name="Vincent van Diermen" userId="S::vincent@tygron.com::bc636cb0-a983-4a1e-b38b-7bfb43c4457d" providerId="AD" clId="Web-{BD268C9F-F42A-366A-519E-BEC943EF79ED}" dt="2025-08-27T10:24:05.868" v="14" actId="14100"/>
          <ac:spMkLst>
            <pc:docMk/>
            <pc:sldMk cId="2442021615" sldId="395"/>
            <ac:spMk id="4" creationId="{70FA636C-7400-08DF-9B6A-23D1F20098E7}"/>
          </ac:spMkLst>
        </pc:spChg>
        <pc:picChg chg="del">
          <ac:chgData name="Vincent van Diermen" userId="S::vincent@tygron.com::bc636cb0-a983-4a1e-b38b-7bfb43c4457d" providerId="AD" clId="Web-{BD268C9F-F42A-366A-519E-BEC943EF79ED}" dt="2025-08-27T10:23:04.178" v="10"/>
          <ac:picMkLst>
            <pc:docMk/>
            <pc:sldMk cId="2442021615" sldId="395"/>
            <ac:picMk id="8" creationId="{664E2619-A10D-FBB0-0ADD-89E412CA1172}"/>
          </ac:picMkLst>
        </pc:picChg>
      </pc:sldChg>
      <pc:sldChg chg="modSp">
        <pc:chgData name="Vincent van Diermen" userId="S::vincent@tygron.com::bc636cb0-a983-4a1e-b38b-7bfb43c4457d" providerId="AD" clId="Web-{BD268C9F-F42A-366A-519E-BEC943EF79ED}" dt="2025-08-27T11:54:50.739" v="245" actId="20577"/>
        <pc:sldMkLst>
          <pc:docMk/>
          <pc:sldMk cId="595848584" sldId="6934"/>
        </pc:sldMkLst>
        <pc:spChg chg="mod">
          <ac:chgData name="Vincent van Diermen" userId="S::vincent@tygron.com::bc636cb0-a983-4a1e-b38b-7bfb43c4457d" providerId="AD" clId="Web-{BD268C9F-F42A-366A-519E-BEC943EF79ED}" dt="2025-08-27T11:54:50.739" v="245" actId="20577"/>
          <ac:spMkLst>
            <pc:docMk/>
            <pc:sldMk cId="595848584" sldId="6934"/>
            <ac:spMk id="4" creationId="{C1969580-4DFB-C2C4-AB8E-05D69A165C0A}"/>
          </ac:spMkLst>
        </pc:spChg>
        <pc:spChg chg="mod">
          <ac:chgData name="Vincent van Diermen" userId="S::vincent@tygron.com::bc636cb0-a983-4a1e-b38b-7bfb43c4457d" providerId="AD" clId="Web-{BD268C9F-F42A-366A-519E-BEC943EF79ED}" dt="2025-08-27T10:47:24.268" v="121" actId="14100"/>
          <ac:spMkLst>
            <pc:docMk/>
            <pc:sldMk cId="595848584" sldId="6934"/>
            <ac:spMk id="9" creationId="{F37D0445-20B0-18DF-A0BF-9241F186E91D}"/>
          </ac:spMkLst>
        </pc:spChg>
        <pc:picChg chg="mod">
          <ac:chgData name="Vincent van Diermen" userId="S::vincent@tygron.com::bc636cb0-a983-4a1e-b38b-7bfb43c4457d" providerId="AD" clId="Web-{BD268C9F-F42A-366A-519E-BEC943EF79ED}" dt="2025-08-27T11:54:40.677" v="243"/>
          <ac:picMkLst>
            <pc:docMk/>
            <pc:sldMk cId="595848584" sldId="6934"/>
            <ac:picMk id="5" creationId="{92381396-74E3-395C-D0EE-792E2DFB9788}"/>
          </ac:picMkLst>
        </pc:picChg>
      </pc:sldChg>
      <pc:sldChg chg="addSp delSp modSp">
        <pc:chgData name="Vincent van Diermen" userId="S::vincent@tygron.com::bc636cb0-a983-4a1e-b38b-7bfb43c4457d" providerId="AD" clId="Web-{BD268C9F-F42A-366A-519E-BEC943EF79ED}" dt="2025-08-27T11:54:18.191" v="242" actId="1076"/>
        <pc:sldMkLst>
          <pc:docMk/>
          <pc:sldMk cId="419390128" sldId="6972"/>
        </pc:sldMkLst>
        <pc:spChg chg="mod">
          <ac:chgData name="Vincent van Diermen" userId="S::vincent@tygron.com::bc636cb0-a983-4a1e-b38b-7bfb43c4457d" providerId="AD" clId="Web-{BD268C9F-F42A-366A-519E-BEC943EF79ED}" dt="2025-08-27T11:52:40.203" v="234" actId="20577"/>
          <ac:spMkLst>
            <pc:docMk/>
            <pc:sldMk cId="419390128" sldId="6972"/>
            <ac:spMk id="9" creationId="{A0D0D5FD-AC82-337D-353F-96BF06936629}"/>
          </ac:spMkLst>
        </pc:spChg>
        <pc:picChg chg="add mod">
          <ac:chgData name="Vincent van Diermen" userId="S::vincent@tygron.com::bc636cb0-a983-4a1e-b38b-7bfb43c4457d" providerId="AD" clId="Web-{BD268C9F-F42A-366A-519E-BEC943EF79ED}" dt="2025-08-27T11:54:18.191" v="242" actId="1076"/>
          <ac:picMkLst>
            <pc:docMk/>
            <pc:sldMk cId="419390128" sldId="6972"/>
            <ac:picMk id="2" creationId="{CF035BED-08A8-8A51-FB05-979B572C664F}"/>
          </ac:picMkLst>
        </pc:picChg>
        <pc:picChg chg="del">
          <ac:chgData name="Vincent van Diermen" userId="S::vincent@tygron.com::bc636cb0-a983-4a1e-b38b-7bfb43c4457d" providerId="AD" clId="Web-{BD268C9F-F42A-366A-519E-BEC943EF79ED}" dt="2025-08-27T11:52:44.578" v="235"/>
          <ac:picMkLst>
            <pc:docMk/>
            <pc:sldMk cId="419390128" sldId="6972"/>
            <ac:picMk id="6" creationId="{DDD122E3-3E61-65BA-0100-4AA6B50194E9}"/>
          </ac:picMkLst>
        </pc:picChg>
      </pc:sldChg>
      <pc:sldChg chg="modSp">
        <pc:chgData name="Vincent van Diermen" userId="S::vincent@tygron.com::bc636cb0-a983-4a1e-b38b-7bfb43c4457d" providerId="AD" clId="Web-{BD268C9F-F42A-366A-519E-BEC943EF79ED}" dt="2025-08-27T10:21:37.941" v="5" actId="20577"/>
        <pc:sldMkLst>
          <pc:docMk/>
          <pc:sldMk cId="495951443" sldId="6979"/>
        </pc:sldMkLst>
        <pc:spChg chg="mod">
          <ac:chgData name="Vincent van Diermen" userId="S::vincent@tygron.com::bc636cb0-a983-4a1e-b38b-7bfb43c4457d" providerId="AD" clId="Web-{BD268C9F-F42A-366A-519E-BEC943EF79ED}" dt="2025-08-27T10:21:37.941" v="5" actId="20577"/>
          <ac:spMkLst>
            <pc:docMk/>
            <pc:sldMk cId="495951443" sldId="6979"/>
            <ac:spMk id="9" creationId="{386DBCCF-71C4-65A1-F347-7F5A98FCE13A}"/>
          </ac:spMkLst>
        </pc:spChg>
        <pc:picChg chg="mod">
          <ac:chgData name="Vincent van Diermen" userId="S::vincent@tygron.com::bc636cb0-a983-4a1e-b38b-7bfb43c4457d" providerId="AD" clId="Web-{BD268C9F-F42A-366A-519E-BEC943EF79ED}" dt="2025-08-27T10:21:26.910" v="2" actId="1076"/>
          <ac:picMkLst>
            <pc:docMk/>
            <pc:sldMk cId="495951443" sldId="6979"/>
            <ac:picMk id="11" creationId="{210E6304-B979-916F-5625-5B6BBDC50F99}"/>
          </ac:picMkLst>
        </pc:picChg>
      </pc:sldChg>
      <pc:sldChg chg="delSp add del replId">
        <pc:chgData name="Vincent van Diermen" userId="S::vincent@tygron.com::bc636cb0-a983-4a1e-b38b-7bfb43c4457d" providerId="AD" clId="Web-{BD268C9F-F42A-366A-519E-BEC943EF79ED}" dt="2025-08-27T10:23:59.524" v="13"/>
        <pc:sldMkLst>
          <pc:docMk/>
          <pc:sldMk cId="833528651" sldId="6980"/>
        </pc:sldMkLst>
        <pc:picChg chg="del">
          <ac:chgData name="Vincent van Diermen" userId="S::vincent@tygron.com::bc636cb0-a983-4a1e-b38b-7bfb43c4457d" providerId="AD" clId="Web-{BD268C9F-F42A-366A-519E-BEC943EF79ED}" dt="2025-08-27T10:22:43.928" v="9"/>
          <ac:picMkLst>
            <pc:docMk/>
            <pc:sldMk cId="833528651" sldId="6980"/>
            <ac:picMk id="8" creationId="{7731AA27-A57F-322D-30BD-231259FDACAA}"/>
          </ac:picMkLst>
        </pc:picChg>
      </pc:sldChg>
      <pc:sldChg chg="addSp modSp add replId">
        <pc:chgData name="Vincent van Diermen" userId="S::vincent@tygron.com::bc636cb0-a983-4a1e-b38b-7bfb43c4457d" providerId="AD" clId="Web-{BD268C9F-F42A-366A-519E-BEC943EF79ED}" dt="2025-08-27T11:55:54.523" v="247" actId="1076"/>
        <pc:sldMkLst>
          <pc:docMk/>
          <pc:sldMk cId="1260054572" sldId="6980"/>
        </pc:sldMkLst>
        <pc:spChg chg="add mod">
          <ac:chgData name="Vincent van Diermen" userId="S::vincent@tygron.com::bc636cb0-a983-4a1e-b38b-7bfb43c4457d" providerId="AD" clId="Web-{BD268C9F-F42A-366A-519E-BEC943EF79ED}" dt="2025-08-27T10:27:24.486" v="52" actId="20577"/>
          <ac:spMkLst>
            <pc:docMk/>
            <pc:sldMk cId="1260054572" sldId="6980"/>
            <ac:spMk id="2" creationId="{5F903514-1E6C-A5C9-2423-E1D8CC29A26F}"/>
          </ac:spMkLst>
        </pc:spChg>
        <pc:spChg chg="mod">
          <ac:chgData name="Vincent van Diermen" userId="S::vincent@tygron.com::bc636cb0-a983-4a1e-b38b-7bfb43c4457d" providerId="AD" clId="Web-{BD268C9F-F42A-366A-519E-BEC943EF79ED}" dt="2025-08-27T10:29:51.649" v="61" actId="20577"/>
          <ac:spMkLst>
            <pc:docMk/>
            <pc:sldMk cId="1260054572" sldId="6980"/>
            <ac:spMk id="4" creationId="{E2B93CF7-AA02-458A-057B-2FCCA6C1FEED}"/>
          </ac:spMkLst>
        </pc:spChg>
        <pc:picChg chg="add">
          <ac:chgData name="Vincent van Diermen" userId="S::vincent@tygron.com::bc636cb0-a983-4a1e-b38b-7bfb43c4457d" providerId="AD" clId="Web-{BD268C9F-F42A-366A-519E-BEC943EF79ED}" dt="2025-08-27T10:27:43.534" v="54"/>
          <ac:picMkLst>
            <pc:docMk/>
            <pc:sldMk cId="1260054572" sldId="6980"/>
            <ac:picMk id="5" creationId="{87AB46BF-A39D-D872-1A9C-82A2CEF32705}"/>
          </ac:picMkLst>
        </pc:picChg>
        <pc:picChg chg="add mod">
          <ac:chgData name="Vincent van Diermen" userId="S::vincent@tygron.com::bc636cb0-a983-4a1e-b38b-7bfb43c4457d" providerId="AD" clId="Web-{BD268C9F-F42A-366A-519E-BEC943EF79ED}" dt="2025-08-27T11:55:54.523" v="247" actId="1076"/>
          <ac:picMkLst>
            <pc:docMk/>
            <pc:sldMk cId="1260054572" sldId="6980"/>
            <ac:picMk id="6" creationId="{C60C918C-FD27-C8A1-FE9F-68D8313F9E3C}"/>
          </ac:picMkLst>
        </pc:picChg>
      </pc:sldChg>
      <pc:sldChg chg="add replId">
        <pc:chgData name="Vincent van Diermen" userId="S::vincent@tygron.com::bc636cb0-a983-4a1e-b38b-7bfb43c4457d" providerId="AD" clId="Web-{BD268C9F-F42A-366A-519E-BEC943EF79ED}" dt="2025-08-27T11:50:02.009" v="122"/>
        <pc:sldMkLst>
          <pc:docMk/>
          <pc:sldMk cId="2239522530" sldId="6981"/>
        </pc:sldMkLst>
      </pc:sldChg>
    </pc:docChg>
  </pc:docChgLst>
  <pc:docChgLst>
    <pc:chgData name="Guest User" userId="S::urn:spo:tenantanon#b1226680-eb96-4c62-9ee8-f2b44753b414::" providerId="AD" clId="Web-{605BD979-C4D4-2536-68F2-769AF82CCD1D}"/>
    <pc:docChg chg="modSld">
      <pc:chgData name="Guest User" userId="S::urn:spo:tenantanon#b1226680-eb96-4c62-9ee8-f2b44753b414::" providerId="AD" clId="Web-{605BD979-C4D4-2536-68F2-769AF82CCD1D}" dt="2025-08-27T10:05:34.829" v="105" actId="20577"/>
      <pc:docMkLst>
        <pc:docMk/>
      </pc:docMkLst>
      <pc:sldChg chg="modSp">
        <pc:chgData name="Guest User" userId="S::urn:spo:tenantanon#b1226680-eb96-4c62-9ee8-f2b44753b414::" providerId="AD" clId="Web-{605BD979-C4D4-2536-68F2-769AF82CCD1D}" dt="2025-08-27T10:03:40.121" v="30" actId="20577"/>
        <pc:sldMkLst>
          <pc:docMk/>
          <pc:sldMk cId="595848584" sldId="6934"/>
        </pc:sldMkLst>
        <pc:spChg chg="mod">
          <ac:chgData name="Guest User" userId="S::urn:spo:tenantanon#b1226680-eb96-4c62-9ee8-f2b44753b414::" providerId="AD" clId="Web-{605BD979-C4D4-2536-68F2-769AF82CCD1D}" dt="2025-08-27T10:03:40.121" v="30" actId="20577"/>
          <ac:spMkLst>
            <pc:docMk/>
            <pc:sldMk cId="595848584" sldId="6934"/>
            <ac:spMk id="9" creationId="{F37D0445-20B0-18DF-A0BF-9241F186E91D}"/>
          </ac:spMkLst>
        </pc:spChg>
      </pc:sldChg>
      <pc:sldChg chg="modSp">
        <pc:chgData name="Guest User" userId="S::urn:spo:tenantanon#b1226680-eb96-4c62-9ee8-f2b44753b414::" providerId="AD" clId="Web-{605BD979-C4D4-2536-68F2-769AF82CCD1D}" dt="2025-08-27T10:05:34.829" v="105" actId="20577"/>
        <pc:sldMkLst>
          <pc:docMk/>
          <pc:sldMk cId="495951443" sldId="6979"/>
        </pc:sldMkLst>
        <pc:spChg chg="mod">
          <ac:chgData name="Guest User" userId="S::urn:spo:tenantanon#b1226680-eb96-4c62-9ee8-f2b44753b414::" providerId="AD" clId="Web-{605BD979-C4D4-2536-68F2-769AF82CCD1D}" dt="2025-08-27T10:05:34.829" v="105" actId="20577"/>
          <ac:spMkLst>
            <pc:docMk/>
            <pc:sldMk cId="495951443" sldId="6979"/>
            <ac:spMk id="9" creationId="{386DBCCF-71C4-65A1-F347-7F5A98FCE13A}"/>
          </ac:spMkLst>
        </pc:spChg>
        <pc:picChg chg="mod">
          <ac:chgData name="Guest User" userId="S::urn:spo:tenantanon#b1226680-eb96-4c62-9ee8-f2b44753b414::" providerId="AD" clId="Web-{605BD979-C4D4-2536-68F2-769AF82CCD1D}" dt="2025-08-27T10:04:30.467" v="71" actId="1076"/>
          <ac:picMkLst>
            <pc:docMk/>
            <pc:sldMk cId="495951443" sldId="6979"/>
            <ac:picMk id="11" creationId="{210E6304-B979-916F-5625-5B6BBDC50F99}"/>
          </ac:picMkLst>
        </pc:picChg>
      </pc:sldChg>
    </pc:docChg>
  </pc:docChgLst>
  <pc:docChgLst>
    <pc:chgData name="Vincent van Diermen" userId="bc636cb0-a983-4a1e-b38b-7bfb43c4457d" providerId="ADAL" clId="{43D6AF77-B614-4E83-A403-7AA763794138}"/>
    <pc:docChg chg="undo custSel addSld delSld modSld delMainMaster">
      <pc:chgData name="Vincent van Diermen" userId="bc636cb0-a983-4a1e-b38b-7bfb43c4457d" providerId="ADAL" clId="{43D6AF77-B614-4E83-A403-7AA763794138}" dt="2025-08-26T09:18:32.293" v="1620" actId="1076"/>
      <pc:docMkLst>
        <pc:docMk/>
      </pc:docMkLst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500950532" sldId="25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6366067" sldId="260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67152752" sldId="274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648694681" sldId="27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903531545" sldId="27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4228378308" sldId="300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327460568" sldId="364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731659796" sldId="36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347666726" sldId="367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795781525" sldId="36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217029511" sldId="369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873230911" sldId="370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13203401" sldId="371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898700742" sldId="372"/>
        </pc:sldMkLst>
      </pc:sldChg>
      <pc:sldChg chg="modSp mod">
        <pc:chgData name="Vincent van Diermen" userId="bc636cb0-a983-4a1e-b38b-7bfb43c4457d" providerId="ADAL" clId="{43D6AF77-B614-4E83-A403-7AA763794138}" dt="2025-08-26T08:27:42.495" v="41" actId="20577"/>
        <pc:sldMkLst>
          <pc:docMk/>
          <pc:sldMk cId="3997896302" sldId="373"/>
        </pc:sldMkLst>
        <pc:spChg chg="mod">
          <ac:chgData name="Vincent van Diermen" userId="bc636cb0-a983-4a1e-b38b-7bfb43c4457d" providerId="ADAL" clId="{43D6AF77-B614-4E83-A403-7AA763794138}" dt="2025-08-26T08:27:28.497" v="28" actId="20577"/>
          <ac:spMkLst>
            <pc:docMk/>
            <pc:sldMk cId="3997896302" sldId="373"/>
            <ac:spMk id="2" creationId="{7AD4B66E-D152-A9B4-D6A0-D9018962230A}"/>
          </ac:spMkLst>
        </pc:spChg>
        <pc:spChg chg="mod">
          <ac:chgData name="Vincent van Diermen" userId="bc636cb0-a983-4a1e-b38b-7bfb43c4457d" providerId="ADAL" clId="{43D6AF77-B614-4E83-A403-7AA763794138}" dt="2025-08-26T08:27:42.495" v="41" actId="20577"/>
          <ac:spMkLst>
            <pc:docMk/>
            <pc:sldMk cId="3997896302" sldId="373"/>
            <ac:spMk id="3" creationId="{F9B99A96-4FBB-6257-549F-64C23EA895D9}"/>
          </ac:spMkLst>
        </pc:spChg>
      </pc:sldChg>
      <pc:sldChg chg="del mod modShow">
        <pc:chgData name="Vincent van Diermen" userId="bc636cb0-a983-4a1e-b38b-7bfb43c4457d" providerId="ADAL" clId="{43D6AF77-B614-4E83-A403-7AA763794138}" dt="2025-08-26T09:15:18.268" v="1609" actId="2696"/>
        <pc:sldMkLst>
          <pc:docMk/>
          <pc:sldMk cId="2485945155" sldId="37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793451867" sldId="37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868130802" sldId="377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671237988" sldId="37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730630136" sldId="379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651545105" sldId="380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342737354" sldId="381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091563983" sldId="382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433188847" sldId="384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650222024" sldId="38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659871232" sldId="38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528961749" sldId="38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307086569" sldId="392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632992376" sldId="393"/>
        </pc:sldMkLst>
      </pc:sldChg>
      <pc:sldChg chg="del mod modShow">
        <pc:chgData name="Vincent van Diermen" userId="bc636cb0-a983-4a1e-b38b-7bfb43c4457d" providerId="ADAL" clId="{43D6AF77-B614-4E83-A403-7AA763794138}" dt="2025-08-26T09:15:20.904" v="1610" actId="2696"/>
        <pc:sldMkLst>
          <pc:docMk/>
          <pc:sldMk cId="1554027899" sldId="394"/>
        </pc:sldMkLst>
      </pc:sldChg>
      <pc:sldChg chg="modSp mod modNotesTx">
        <pc:chgData name="Vincent van Diermen" userId="bc636cb0-a983-4a1e-b38b-7bfb43c4457d" providerId="ADAL" clId="{43D6AF77-B614-4E83-A403-7AA763794138}" dt="2025-08-26T09:18:32.293" v="1620" actId="1076"/>
        <pc:sldMkLst>
          <pc:docMk/>
          <pc:sldMk cId="2442021615" sldId="395"/>
        </pc:sldMkLst>
        <pc:spChg chg="mod">
          <ac:chgData name="Vincent van Diermen" userId="bc636cb0-a983-4a1e-b38b-7bfb43c4457d" providerId="ADAL" clId="{43D6AF77-B614-4E83-A403-7AA763794138}" dt="2025-08-26T09:18:32.293" v="1620" actId="1076"/>
          <ac:spMkLst>
            <pc:docMk/>
            <pc:sldMk cId="2442021615" sldId="395"/>
            <ac:spMk id="4" creationId="{70FA636C-7400-08DF-9B6A-23D1F20098E7}"/>
          </ac:spMkLst>
        </pc:spChg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096497611" sldId="1923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912329995" sldId="192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980431236" sldId="192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461715073" sldId="1927"/>
        </pc:sldMkLst>
      </pc:sldChg>
      <pc:sldChg chg="addSp delSp modSp mod modNotesTx">
        <pc:chgData name="Vincent van Diermen" userId="bc636cb0-a983-4a1e-b38b-7bfb43c4457d" providerId="ADAL" clId="{43D6AF77-B614-4E83-A403-7AA763794138}" dt="2025-08-26T08:35:17.621" v="633" actId="6549"/>
        <pc:sldMkLst>
          <pc:docMk/>
          <pc:sldMk cId="595848584" sldId="6934"/>
        </pc:sldMkLst>
        <pc:spChg chg="mod">
          <ac:chgData name="Vincent van Diermen" userId="bc636cb0-a983-4a1e-b38b-7bfb43c4457d" providerId="ADAL" clId="{43D6AF77-B614-4E83-A403-7AA763794138}" dt="2025-08-26T08:31:32.593" v="387" actId="20577"/>
          <ac:spMkLst>
            <pc:docMk/>
            <pc:sldMk cId="595848584" sldId="6934"/>
            <ac:spMk id="4" creationId="{C1969580-4DFB-C2C4-AB8E-05D69A165C0A}"/>
          </ac:spMkLst>
        </pc:spChg>
        <pc:spChg chg="mod">
          <ac:chgData name="Vincent van Diermen" userId="bc636cb0-a983-4a1e-b38b-7bfb43c4457d" providerId="ADAL" clId="{43D6AF77-B614-4E83-A403-7AA763794138}" dt="2025-08-26T08:32:45.187" v="532" actId="20577"/>
          <ac:spMkLst>
            <pc:docMk/>
            <pc:sldMk cId="595848584" sldId="6934"/>
            <ac:spMk id="9" creationId="{F37D0445-20B0-18DF-A0BF-9241F186E91D}"/>
          </ac:spMkLst>
        </pc:spChg>
        <pc:picChg chg="add mod">
          <ac:chgData name="Vincent van Diermen" userId="bc636cb0-a983-4a1e-b38b-7bfb43c4457d" providerId="ADAL" clId="{43D6AF77-B614-4E83-A403-7AA763794138}" dt="2025-08-26T08:33:16.506" v="535" actId="1076"/>
          <ac:picMkLst>
            <pc:docMk/>
            <pc:sldMk cId="595848584" sldId="6934"/>
            <ac:picMk id="5" creationId="{92381396-74E3-395C-D0EE-792E2DFB9788}"/>
          </ac:picMkLst>
        </pc:picChg>
        <pc:picChg chg="del">
          <ac:chgData name="Vincent van Diermen" userId="bc636cb0-a983-4a1e-b38b-7bfb43c4457d" providerId="ADAL" clId="{43D6AF77-B614-4E83-A403-7AA763794138}" dt="2025-08-26T08:33:11.009" v="533" actId="478"/>
          <ac:picMkLst>
            <pc:docMk/>
            <pc:sldMk cId="595848584" sldId="6934"/>
            <ac:picMk id="10" creationId="{078B2B42-6197-8777-6599-1D5B6BA4A917}"/>
          </ac:picMkLst>
        </pc:picChg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178006014" sldId="693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795748693" sldId="693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830040579" sldId="6941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783369583" sldId="6942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935768586" sldId="6943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198235318" sldId="6944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588063103" sldId="694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868777302" sldId="694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261518057" sldId="6947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534313767" sldId="694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983305084" sldId="6949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159518520" sldId="6951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404108485" sldId="6952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20454685" sldId="6953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755656471" sldId="6954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042039790" sldId="695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3286499463" sldId="6957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4277196889" sldId="695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09979990" sldId="6959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315660206" sldId="6961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588812422" sldId="6962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189838808" sldId="6963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058222905" sldId="6964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692954593" sldId="6965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4203542845" sldId="6966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47023738" sldId="6967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586602887" sldId="6968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733344863" sldId="6969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2738849077" sldId="6970"/>
        </pc:sldMkLst>
      </pc:sldChg>
      <pc:sldChg chg="del">
        <pc:chgData name="Vincent van Diermen" userId="bc636cb0-a983-4a1e-b38b-7bfb43c4457d" providerId="ADAL" clId="{43D6AF77-B614-4E83-A403-7AA763794138}" dt="2025-08-26T09:10:07.358" v="1596" actId="47"/>
        <pc:sldMkLst>
          <pc:docMk/>
          <pc:sldMk cId="1313448938" sldId="6971"/>
        </pc:sldMkLst>
      </pc:sldChg>
      <pc:sldChg chg="addSp delSp modSp add mod modNotesTx">
        <pc:chgData name="Vincent van Diermen" userId="bc636cb0-a983-4a1e-b38b-7bfb43c4457d" providerId="ADAL" clId="{43D6AF77-B614-4E83-A403-7AA763794138}" dt="2025-08-26T09:02:46.150" v="1125" actId="20577"/>
        <pc:sldMkLst>
          <pc:docMk/>
          <pc:sldMk cId="419390128" sldId="6972"/>
        </pc:sldMkLst>
        <pc:spChg chg="mod">
          <ac:chgData name="Vincent van Diermen" userId="bc636cb0-a983-4a1e-b38b-7bfb43c4457d" providerId="ADAL" clId="{43D6AF77-B614-4E83-A403-7AA763794138}" dt="2025-08-26T09:02:46.150" v="1125" actId="20577"/>
          <ac:spMkLst>
            <pc:docMk/>
            <pc:sldMk cId="419390128" sldId="6972"/>
            <ac:spMk id="4" creationId="{08B6DAF1-7A61-9F85-9853-5AA12D8D8B27}"/>
          </ac:spMkLst>
        </pc:spChg>
        <pc:spChg chg="mod">
          <ac:chgData name="Vincent van Diermen" userId="bc636cb0-a983-4a1e-b38b-7bfb43c4457d" providerId="ADAL" clId="{43D6AF77-B614-4E83-A403-7AA763794138}" dt="2025-08-26T08:35:03.283" v="632" actId="20577"/>
          <ac:spMkLst>
            <pc:docMk/>
            <pc:sldMk cId="419390128" sldId="6972"/>
            <ac:spMk id="9" creationId="{A0D0D5FD-AC82-337D-353F-96BF06936629}"/>
          </ac:spMkLst>
        </pc:spChg>
        <pc:picChg chg="del">
          <ac:chgData name="Vincent van Diermen" userId="bc636cb0-a983-4a1e-b38b-7bfb43c4457d" providerId="ADAL" clId="{43D6AF77-B614-4E83-A403-7AA763794138}" dt="2025-08-26T08:34:05.889" v="537" actId="478"/>
          <ac:picMkLst>
            <pc:docMk/>
            <pc:sldMk cId="419390128" sldId="6972"/>
            <ac:picMk id="5" creationId="{0A8268A7-873E-52D1-F932-6D34BF1A0A10}"/>
          </ac:picMkLst>
        </pc:picChg>
        <pc:picChg chg="add mod">
          <ac:chgData name="Vincent van Diermen" userId="bc636cb0-a983-4a1e-b38b-7bfb43c4457d" providerId="ADAL" clId="{43D6AF77-B614-4E83-A403-7AA763794138}" dt="2025-08-26T08:34:25.637" v="542" actId="1076"/>
          <ac:picMkLst>
            <pc:docMk/>
            <pc:sldMk cId="419390128" sldId="6972"/>
            <ac:picMk id="6" creationId="{DDD122E3-3E61-65BA-0100-4AA6B50194E9}"/>
          </ac:picMkLst>
        </pc:picChg>
      </pc:sldChg>
      <pc:sldChg chg="addSp delSp modSp add mod">
        <pc:chgData name="Vincent van Diermen" userId="bc636cb0-a983-4a1e-b38b-7bfb43c4457d" providerId="ADAL" clId="{43D6AF77-B614-4E83-A403-7AA763794138}" dt="2025-08-26T09:03:02.582" v="1127"/>
        <pc:sldMkLst>
          <pc:docMk/>
          <pc:sldMk cId="650569513" sldId="6973"/>
        </pc:sldMkLst>
        <pc:spChg chg="mod">
          <ac:chgData name="Vincent van Diermen" userId="bc636cb0-a983-4a1e-b38b-7bfb43c4457d" providerId="ADAL" clId="{43D6AF77-B614-4E83-A403-7AA763794138}" dt="2025-08-26T09:03:02.582" v="1127"/>
          <ac:spMkLst>
            <pc:docMk/>
            <pc:sldMk cId="650569513" sldId="6973"/>
            <ac:spMk id="4" creationId="{11AFE2FB-088A-6EDA-94F4-E140B4335CED}"/>
          </ac:spMkLst>
        </pc:spChg>
        <pc:spChg chg="mod">
          <ac:chgData name="Vincent van Diermen" userId="bc636cb0-a983-4a1e-b38b-7bfb43c4457d" providerId="ADAL" clId="{43D6AF77-B614-4E83-A403-7AA763794138}" dt="2025-08-26T08:37:40.890" v="690" actId="1076"/>
          <ac:spMkLst>
            <pc:docMk/>
            <pc:sldMk cId="650569513" sldId="6973"/>
            <ac:spMk id="9" creationId="{054B9475-9927-8DF3-89FF-4D7DC05DFA1C}"/>
          </ac:spMkLst>
        </pc:spChg>
        <pc:picChg chg="add mod ord">
          <ac:chgData name="Vincent van Diermen" userId="bc636cb0-a983-4a1e-b38b-7bfb43c4457d" providerId="ADAL" clId="{43D6AF77-B614-4E83-A403-7AA763794138}" dt="2025-08-26T08:40:09.702" v="702" actId="1076"/>
          <ac:picMkLst>
            <pc:docMk/>
            <pc:sldMk cId="650569513" sldId="6973"/>
            <ac:picMk id="5" creationId="{2443BF85-2DBC-2CAC-C773-998AF6C52219}"/>
          </ac:picMkLst>
        </pc:picChg>
        <pc:picChg chg="del">
          <ac:chgData name="Vincent van Diermen" userId="bc636cb0-a983-4a1e-b38b-7bfb43c4457d" providerId="ADAL" clId="{43D6AF77-B614-4E83-A403-7AA763794138}" dt="2025-08-26T08:37:47.788" v="693" actId="478"/>
          <ac:picMkLst>
            <pc:docMk/>
            <pc:sldMk cId="650569513" sldId="6973"/>
            <ac:picMk id="6" creationId="{8617A526-54D8-B113-79BB-56C74A1A7D2C}"/>
          </ac:picMkLst>
        </pc:picChg>
        <pc:picChg chg="add mod">
          <ac:chgData name="Vincent van Diermen" userId="bc636cb0-a983-4a1e-b38b-7bfb43c4457d" providerId="ADAL" clId="{43D6AF77-B614-4E83-A403-7AA763794138}" dt="2025-08-26T09:03:00.028" v="1126" actId="1076"/>
          <ac:picMkLst>
            <pc:docMk/>
            <pc:sldMk cId="650569513" sldId="6973"/>
            <ac:picMk id="8" creationId="{0F7F62DB-943C-4F8B-BF77-122BE6F21C4D}"/>
          </ac:picMkLst>
        </pc:picChg>
      </pc:sldChg>
      <pc:sldChg chg="addSp delSp modSp add mod">
        <pc:chgData name="Vincent van Diermen" userId="bc636cb0-a983-4a1e-b38b-7bfb43c4457d" providerId="ADAL" clId="{43D6AF77-B614-4E83-A403-7AA763794138}" dt="2025-08-26T09:03:08.470" v="1128"/>
        <pc:sldMkLst>
          <pc:docMk/>
          <pc:sldMk cId="1482476207" sldId="6974"/>
        </pc:sldMkLst>
        <pc:spChg chg="mod">
          <ac:chgData name="Vincent van Diermen" userId="bc636cb0-a983-4a1e-b38b-7bfb43c4457d" providerId="ADAL" clId="{43D6AF77-B614-4E83-A403-7AA763794138}" dt="2025-08-26T09:03:08.470" v="1128"/>
          <ac:spMkLst>
            <pc:docMk/>
            <pc:sldMk cId="1482476207" sldId="6974"/>
            <ac:spMk id="4" creationId="{0BB8B1B0-1D9E-237E-9BEA-5AA09ED432D5}"/>
          </ac:spMkLst>
        </pc:spChg>
        <pc:spChg chg="mod">
          <ac:chgData name="Vincent van Diermen" userId="bc636cb0-a983-4a1e-b38b-7bfb43c4457d" providerId="ADAL" clId="{43D6AF77-B614-4E83-A403-7AA763794138}" dt="2025-08-26T09:01:07.005" v="1113" actId="6549"/>
          <ac:spMkLst>
            <pc:docMk/>
            <pc:sldMk cId="1482476207" sldId="6974"/>
            <ac:spMk id="9" creationId="{B2727C8D-1E70-7485-D963-F4B898B2E8EF}"/>
          </ac:spMkLst>
        </pc:spChg>
        <pc:picChg chg="del">
          <ac:chgData name="Vincent van Diermen" userId="bc636cb0-a983-4a1e-b38b-7bfb43c4457d" providerId="ADAL" clId="{43D6AF77-B614-4E83-A403-7AA763794138}" dt="2025-08-26T08:42:14.418" v="705" actId="478"/>
          <ac:picMkLst>
            <pc:docMk/>
            <pc:sldMk cId="1482476207" sldId="6974"/>
            <ac:picMk id="5" creationId="{06CE0BB4-1146-1AD1-2AA2-F7439C15F7BC}"/>
          </ac:picMkLst>
        </pc:picChg>
        <pc:picChg chg="add mod">
          <ac:chgData name="Vincent van Diermen" userId="bc636cb0-a983-4a1e-b38b-7bfb43c4457d" providerId="ADAL" clId="{43D6AF77-B614-4E83-A403-7AA763794138}" dt="2025-08-26T09:01:13.677" v="1114" actId="1076"/>
          <ac:picMkLst>
            <pc:docMk/>
            <pc:sldMk cId="1482476207" sldId="6974"/>
            <ac:picMk id="6" creationId="{7480F3AF-DADC-FA6F-5473-BD58A9A6A259}"/>
          </ac:picMkLst>
        </pc:picChg>
        <pc:picChg chg="del">
          <ac:chgData name="Vincent van Diermen" userId="bc636cb0-a983-4a1e-b38b-7bfb43c4457d" providerId="ADAL" clId="{43D6AF77-B614-4E83-A403-7AA763794138}" dt="2025-08-26T08:42:13.541" v="704" actId="478"/>
          <ac:picMkLst>
            <pc:docMk/>
            <pc:sldMk cId="1482476207" sldId="6974"/>
            <ac:picMk id="8" creationId="{FC29BAA0-24E0-2206-CF1A-0AA05C861A0D}"/>
          </ac:picMkLst>
        </pc:picChg>
      </pc:sldChg>
      <pc:sldChg chg="addSp delSp modSp add mod">
        <pc:chgData name="Vincent van Diermen" userId="bc636cb0-a983-4a1e-b38b-7bfb43c4457d" providerId="ADAL" clId="{43D6AF77-B614-4E83-A403-7AA763794138}" dt="2025-08-26T09:03:13.924" v="1129"/>
        <pc:sldMkLst>
          <pc:docMk/>
          <pc:sldMk cId="3564796199" sldId="6975"/>
        </pc:sldMkLst>
        <pc:spChg chg="mod">
          <ac:chgData name="Vincent van Diermen" userId="bc636cb0-a983-4a1e-b38b-7bfb43c4457d" providerId="ADAL" clId="{43D6AF77-B614-4E83-A403-7AA763794138}" dt="2025-08-26T09:03:13.924" v="1129"/>
          <ac:spMkLst>
            <pc:docMk/>
            <pc:sldMk cId="3564796199" sldId="6975"/>
            <ac:spMk id="4" creationId="{8AF1D2AD-D0DE-1983-3CD0-C5772E42E076}"/>
          </ac:spMkLst>
        </pc:spChg>
        <pc:spChg chg="mod">
          <ac:chgData name="Vincent van Diermen" userId="bc636cb0-a983-4a1e-b38b-7bfb43c4457d" providerId="ADAL" clId="{43D6AF77-B614-4E83-A403-7AA763794138}" dt="2025-08-26T08:59:33.786" v="1107" actId="20577"/>
          <ac:spMkLst>
            <pc:docMk/>
            <pc:sldMk cId="3564796199" sldId="6975"/>
            <ac:spMk id="9" creationId="{F0C3940A-FFB0-9257-C193-4C78BBB24F89}"/>
          </ac:spMkLst>
        </pc:spChg>
        <pc:picChg chg="add del mod">
          <ac:chgData name="Vincent van Diermen" userId="bc636cb0-a983-4a1e-b38b-7bfb43c4457d" providerId="ADAL" clId="{43D6AF77-B614-4E83-A403-7AA763794138}" dt="2025-08-26T08:58:55.916" v="1102" actId="478"/>
          <ac:picMkLst>
            <pc:docMk/>
            <pc:sldMk cId="3564796199" sldId="6975"/>
            <ac:picMk id="5" creationId="{8A1A1B85-35CE-F53A-081A-EECD8226F016}"/>
          </ac:picMkLst>
        </pc:picChg>
        <pc:picChg chg="del">
          <ac:chgData name="Vincent van Diermen" userId="bc636cb0-a983-4a1e-b38b-7bfb43c4457d" providerId="ADAL" clId="{43D6AF77-B614-4E83-A403-7AA763794138}" dt="2025-08-26T08:47:15.517" v="855" actId="478"/>
          <ac:picMkLst>
            <pc:docMk/>
            <pc:sldMk cId="3564796199" sldId="6975"/>
            <ac:picMk id="6" creationId="{C84E7E23-5DF0-19CA-2F96-0F46DF8CB487}"/>
          </ac:picMkLst>
        </pc:picChg>
        <pc:picChg chg="add mod">
          <ac:chgData name="Vincent van Diermen" userId="bc636cb0-a983-4a1e-b38b-7bfb43c4457d" providerId="ADAL" clId="{43D6AF77-B614-4E83-A403-7AA763794138}" dt="2025-08-26T08:59:06.472" v="1105" actId="1076"/>
          <ac:picMkLst>
            <pc:docMk/>
            <pc:sldMk cId="3564796199" sldId="6975"/>
            <ac:picMk id="8" creationId="{81B0835C-41E5-3665-6BD1-30A428D46FAA}"/>
          </ac:picMkLst>
        </pc:picChg>
      </pc:sldChg>
      <pc:sldChg chg="addSp delSp modSp add mod">
        <pc:chgData name="Vincent van Diermen" userId="bc636cb0-a983-4a1e-b38b-7bfb43c4457d" providerId="ADAL" clId="{43D6AF77-B614-4E83-A403-7AA763794138}" dt="2025-08-26T09:03:24.029" v="1131"/>
        <pc:sldMkLst>
          <pc:docMk/>
          <pc:sldMk cId="141407916" sldId="6976"/>
        </pc:sldMkLst>
        <pc:spChg chg="mod">
          <ac:chgData name="Vincent van Diermen" userId="bc636cb0-a983-4a1e-b38b-7bfb43c4457d" providerId="ADAL" clId="{43D6AF77-B614-4E83-A403-7AA763794138}" dt="2025-08-26T09:03:24.029" v="1131"/>
          <ac:spMkLst>
            <pc:docMk/>
            <pc:sldMk cId="141407916" sldId="6976"/>
            <ac:spMk id="4" creationId="{C4B660E3-2A2F-C9EF-BB1C-41993BE475BE}"/>
          </ac:spMkLst>
        </pc:spChg>
        <pc:spChg chg="mod">
          <ac:chgData name="Vincent van Diermen" userId="bc636cb0-a983-4a1e-b38b-7bfb43c4457d" providerId="ADAL" clId="{43D6AF77-B614-4E83-A403-7AA763794138}" dt="2025-08-26T08:59:40.115" v="1108" actId="6549"/>
          <ac:spMkLst>
            <pc:docMk/>
            <pc:sldMk cId="141407916" sldId="6976"/>
            <ac:spMk id="9" creationId="{1D7DD21E-6128-B87C-56B4-33B70A468E50}"/>
          </ac:spMkLst>
        </pc:spChg>
        <pc:picChg chg="add mod">
          <ac:chgData name="Vincent van Diermen" userId="bc636cb0-a983-4a1e-b38b-7bfb43c4457d" providerId="ADAL" clId="{43D6AF77-B614-4E83-A403-7AA763794138}" dt="2025-08-26T09:00:27.148" v="1112" actId="1076"/>
          <ac:picMkLst>
            <pc:docMk/>
            <pc:sldMk cId="141407916" sldId="6976"/>
            <ac:picMk id="5" creationId="{BB383188-0474-C026-80B4-2E44601FDACB}"/>
          </ac:picMkLst>
        </pc:picChg>
        <pc:picChg chg="del">
          <ac:chgData name="Vincent van Diermen" userId="bc636cb0-a983-4a1e-b38b-7bfb43c4457d" providerId="ADAL" clId="{43D6AF77-B614-4E83-A403-7AA763794138}" dt="2025-08-26T09:00:19.104" v="1109" actId="478"/>
          <ac:picMkLst>
            <pc:docMk/>
            <pc:sldMk cId="141407916" sldId="6976"/>
            <ac:picMk id="8" creationId="{3CA41522-0AB7-9F34-E536-F0421D5435BD}"/>
          </ac:picMkLst>
        </pc:picChg>
      </pc:sldChg>
      <pc:sldChg chg="addSp delSp modSp add mod">
        <pc:chgData name="Vincent van Diermen" userId="bc636cb0-a983-4a1e-b38b-7bfb43c4457d" providerId="ADAL" clId="{43D6AF77-B614-4E83-A403-7AA763794138}" dt="2025-08-26T09:16:34.062" v="1611" actId="313"/>
        <pc:sldMkLst>
          <pc:docMk/>
          <pc:sldMk cId="1561967840" sldId="6977"/>
        </pc:sldMkLst>
        <pc:spChg chg="mod">
          <ac:chgData name="Vincent van Diermen" userId="bc636cb0-a983-4a1e-b38b-7bfb43c4457d" providerId="ADAL" clId="{43D6AF77-B614-4E83-A403-7AA763794138}" dt="2025-08-26T09:03:41.079" v="1136" actId="20577"/>
          <ac:spMkLst>
            <pc:docMk/>
            <pc:sldMk cId="1561967840" sldId="6977"/>
            <ac:spMk id="4" creationId="{3EE6B045-A8FA-0367-1F94-F05E98B6503A}"/>
          </ac:spMkLst>
        </pc:spChg>
        <pc:spChg chg="mod">
          <ac:chgData name="Vincent van Diermen" userId="bc636cb0-a983-4a1e-b38b-7bfb43c4457d" providerId="ADAL" clId="{43D6AF77-B614-4E83-A403-7AA763794138}" dt="2025-08-26T09:16:34.062" v="1611" actId="313"/>
          <ac:spMkLst>
            <pc:docMk/>
            <pc:sldMk cId="1561967840" sldId="6977"/>
            <ac:spMk id="9" creationId="{EAAF3622-392C-FCC2-ECE8-2B0442D1ABE8}"/>
          </ac:spMkLst>
        </pc:spChg>
        <pc:picChg chg="del">
          <ac:chgData name="Vincent van Diermen" userId="bc636cb0-a983-4a1e-b38b-7bfb43c4457d" providerId="ADAL" clId="{43D6AF77-B614-4E83-A403-7AA763794138}" dt="2025-08-26T09:03:44.687" v="1137" actId="478"/>
          <ac:picMkLst>
            <pc:docMk/>
            <pc:sldMk cId="1561967840" sldId="6977"/>
            <ac:picMk id="5" creationId="{AE7CE2E7-6E0E-331E-E4C2-C4A36DFBC4E7}"/>
          </ac:picMkLst>
        </pc:picChg>
        <pc:picChg chg="add mod">
          <ac:chgData name="Vincent van Diermen" userId="bc636cb0-a983-4a1e-b38b-7bfb43c4457d" providerId="ADAL" clId="{43D6AF77-B614-4E83-A403-7AA763794138}" dt="2025-08-26T09:06:30.285" v="1432" actId="1076"/>
          <ac:picMkLst>
            <pc:docMk/>
            <pc:sldMk cId="1561967840" sldId="6977"/>
            <ac:picMk id="6" creationId="{1B4ACF0E-B71D-7CAA-7F44-DDC691DFCDB3}"/>
          </ac:picMkLst>
        </pc:picChg>
      </pc:sldChg>
      <pc:sldChg chg="addSp modSp add mod">
        <pc:chgData name="Vincent van Diermen" userId="bc636cb0-a983-4a1e-b38b-7bfb43c4457d" providerId="ADAL" clId="{43D6AF77-B614-4E83-A403-7AA763794138}" dt="2025-08-26T09:07:34.597" v="1436" actId="1076"/>
        <pc:sldMkLst>
          <pc:docMk/>
          <pc:sldMk cId="3377492908" sldId="6978"/>
        </pc:sldMkLst>
        <pc:spChg chg="mod">
          <ac:chgData name="Vincent van Diermen" userId="bc636cb0-a983-4a1e-b38b-7bfb43c4457d" providerId="ADAL" clId="{43D6AF77-B614-4E83-A403-7AA763794138}" dt="2025-08-26T09:06:40.543" v="1433" actId="20577"/>
          <ac:spMkLst>
            <pc:docMk/>
            <pc:sldMk cId="3377492908" sldId="6978"/>
            <ac:spMk id="9" creationId="{35B90DBA-4574-17B3-E0DC-674B8D53640E}"/>
          </ac:spMkLst>
        </pc:spChg>
        <pc:picChg chg="add mod">
          <ac:chgData name="Vincent van Diermen" userId="bc636cb0-a983-4a1e-b38b-7bfb43c4457d" providerId="ADAL" clId="{43D6AF77-B614-4E83-A403-7AA763794138}" dt="2025-08-26T09:07:34.597" v="1436" actId="1076"/>
          <ac:picMkLst>
            <pc:docMk/>
            <pc:sldMk cId="3377492908" sldId="6978"/>
            <ac:picMk id="5" creationId="{C4B5B3F3-950D-BCAC-CA7D-CCE5E853EEB8}"/>
          </ac:picMkLst>
        </pc:picChg>
      </pc:sldChg>
      <pc:sldChg chg="addSp delSp modSp add mod">
        <pc:chgData name="Vincent van Diermen" userId="bc636cb0-a983-4a1e-b38b-7bfb43c4457d" providerId="ADAL" clId="{43D6AF77-B614-4E83-A403-7AA763794138}" dt="2025-08-26T09:15:05.756" v="1608" actId="1076"/>
        <pc:sldMkLst>
          <pc:docMk/>
          <pc:sldMk cId="495951443" sldId="6979"/>
        </pc:sldMkLst>
        <pc:spChg chg="add">
          <ac:chgData name="Vincent van Diermen" userId="bc636cb0-a983-4a1e-b38b-7bfb43c4457d" providerId="ADAL" clId="{43D6AF77-B614-4E83-A403-7AA763794138}" dt="2025-08-26T09:12:44.408" v="1599"/>
          <ac:spMkLst>
            <pc:docMk/>
            <pc:sldMk cId="495951443" sldId="6979"/>
            <ac:spMk id="2" creationId="{EBF82CB2-4DCD-E632-8869-C778170E8A13}"/>
          </ac:spMkLst>
        </pc:spChg>
        <pc:spChg chg="mod">
          <ac:chgData name="Vincent van Diermen" userId="bc636cb0-a983-4a1e-b38b-7bfb43c4457d" providerId="ADAL" clId="{43D6AF77-B614-4E83-A403-7AA763794138}" dt="2025-08-26T09:08:09.795" v="1446" actId="20577"/>
          <ac:spMkLst>
            <pc:docMk/>
            <pc:sldMk cId="495951443" sldId="6979"/>
            <ac:spMk id="4" creationId="{BB6A8BD8-E6BF-BAAF-404F-E375AFB7510D}"/>
          </ac:spMkLst>
        </pc:spChg>
        <pc:spChg chg="add mod">
          <ac:chgData name="Vincent van Diermen" userId="bc636cb0-a983-4a1e-b38b-7bfb43c4457d" providerId="ADAL" clId="{43D6AF77-B614-4E83-A403-7AA763794138}" dt="2025-08-26T09:12:47.127" v="1600"/>
          <ac:spMkLst>
            <pc:docMk/>
            <pc:sldMk cId="495951443" sldId="6979"/>
            <ac:spMk id="6" creationId="{43A02B6B-3214-7B4B-2452-0B2B5AE097A0}"/>
          </ac:spMkLst>
        </pc:spChg>
        <pc:spChg chg="add mod">
          <ac:chgData name="Vincent van Diermen" userId="bc636cb0-a983-4a1e-b38b-7bfb43c4457d" providerId="ADAL" clId="{43D6AF77-B614-4E83-A403-7AA763794138}" dt="2025-08-26T09:13:08.002" v="1601"/>
          <ac:spMkLst>
            <pc:docMk/>
            <pc:sldMk cId="495951443" sldId="6979"/>
            <ac:spMk id="7" creationId="{6EAA435B-BD60-367C-0D21-51B48671642D}"/>
          </ac:spMkLst>
        </pc:spChg>
        <pc:spChg chg="add mod">
          <ac:chgData name="Vincent van Diermen" userId="bc636cb0-a983-4a1e-b38b-7bfb43c4457d" providerId="ADAL" clId="{43D6AF77-B614-4E83-A403-7AA763794138}" dt="2025-08-26T09:13:39.400" v="1602"/>
          <ac:spMkLst>
            <pc:docMk/>
            <pc:sldMk cId="495951443" sldId="6979"/>
            <ac:spMk id="8" creationId="{2CB7B6DF-870D-5B33-F720-DB55A509587B}"/>
          </ac:spMkLst>
        </pc:spChg>
        <pc:spChg chg="mod">
          <ac:chgData name="Vincent van Diermen" userId="bc636cb0-a983-4a1e-b38b-7bfb43c4457d" providerId="ADAL" clId="{43D6AF77-B614-4E83-A403-7AA763794138}" dt="2025-08-26T09:15:00.206" v="1607"/>
          <ac:spMkLst>
            <pc:docMk/>
            <pc:sldMk cId="495951443" sldId="6979"/>
            <ac:spMk id="9" creationId="{386DBCCF-71C4-65A1-F347-7F5A98FCE13A}"/>
          </ac:spMkLst>
        </pc:spChg>
        <pc:picChg chg="del">
          <ac:chgData name="Vincent van Diermen" userId="bc636cb0-a983-4a1e-b38b-7bfb43c4457d" providerId="ADAL" clId="{43D6AF77-B614-4E83-A403-7AA763794138}" dt="2025-08-26T09:08:11.901" v="1447" actId="478"/>
          <ac:picMkLst>
            <pc:docMk/>
            <pc:sldMk cId="495951443" sldId="6979"/>
            <ac:picMk id="5" creationId="{FEAA7B71-A3FA-8736-36A0-98349EF22AC3}"/>
          </ac:picMkLst>
        </pc:picChg>
        <pc:picChg chg="add mod">
          <ac:chgData name="Vincent van Diermen" userId="bc636cb0-a983-4a1e-b38b-7bfb43c4457d" providerId="ADAL" clId="{43D6AF77-B614-4E83-A403-7AA763794138}" dt="2025-08-26T09:15:05.756" v="1608" actId="1076"/>
          <ac:picMkLst>
            <pc:docMk/>
            <pc:sldMk cId="495951443" sldId="6979"/>
            <ac:picMk id="11" creationId="{210E6304-B979-916F-5625-5B6BBDC50F99}"/>
          </ac:picMkLst>
        </pc:picChg>
      </pc:sldChg>
      <pc:sldMasterChg chg="del delSldLayout">
        <pc:chgData name="Vincent van Diermen" userId="bc636cb0-a983-4a1e-b38b-7bfb43c4457d" providerId="ADAL" clId="{43D6AF77-B614-4E83-A403-7AA763794138}" dt="2025-08-26T09:10:07.358" v="1596" actId="47"/>
        <pc:sldMasterMkLst>
          <pc:docMk/>
          <pc:sldMasterMk cId="2949603969" sldId="2147483660"/>
        </pc:sldMasterMkLst>
        <pc:sldLayoutChg chg="del">
          <pc:chgData name="Vincent van Diermen" userId="bc636cb0-a983-4a1e-b38b-7bfb43c4457d" providerId="ADAL" clId="{43D6AF77-B614-4E83-A403-7AA763794138}" dt="2025-08-26T09:10:07.358" v="1596" actId="47"/>
          <pc:sldLayoutMkLst>
            <pc:docMk/>
            <pc:sldMasterMk cId="2949603969" sldId="2147483660"/>
            <pc:sldLayoutMk cId="488444785" sldId="2147483661"/>
          </pc:sldLayoutMkLst>
        </pc:sldLayoutChg>
        <pc:sldLayoutChg chg="del">
          <pc:chgData name="Vincent van Diermen" userId="bc636cb0-a983-4a1e-b38b-7bfb43c4457d" providerId="ADAL" clId="{43D6AF77-B614-4E83-A403-7AA763794138}" dt="2025-08-26T09:10:07.358" v="1596" actId="47"/>
          <pc:sldLayoutMkLst>
            <pc:docMk/>
            <pc:sldMasterMk cId="2949603969" sldId="2147483660"/>
            <pc:sldLayoutMk cId="4208390822" sldId="2147483691"/>
          </pc:sldLayoutMkLst>
        </pc:sldLayoutChg>
      </pc:sldMasterChg>
      <pc:sldMasterChg chg="delSldLayout">
        <pc:chgData name="Vincent van Diermen" userId="bc636cb0-a983-4a1e-b38b-7bfb43c4457d" providerId="ADAL" clId="{43D6AF77-B614-4E83-A403-7AA763794138}" dt="2025-08-26T09:10:07.358" v="1596" actId="47"/>
        <pc:sldMasterMkLst>
          <pc:docMk/>
          <pc:sldMasterMk cId="3698098511" sldId="2147483665"/>
        </pc:sldMasterMkLst>
        <pc:sldLayoutChg chg="del">
          <pc:chgData name="Vincent van Diermen" userId="bc636cb0-a983-4a1e-b38b-7bfb43c4457d" providerId="ADAL" clId="{43D6AF77-B614-4E83-A403-7AA763794138}" dt="2025-08-26T09:10:07.358" v="1596" actId="47"/>
          <pc:sldLayoutMkLst>
            <pc:docMk/>
            <pc:sldMasterMk cId="3698098511" sldId="2147483665"/>
            <pc:sldLayoutMk cId="1488816978" sldId="2147483697"/>
          </pc:sldLayoutMkLst>
        </pc:sldLayoutChg>
      </pc:sldMasterChg>
      <pc:sldMasterChg chg="del delSldLayout">
        <pc:chgData name="Vincent van Diermen" userId="bc636cb0-a983-4a1e-b38b-7bfb43c4457d" providerId="ADAL" clId="{43D6AF77-B614-4E83-A403-7AA763794138}" dt="2025-08-26T09:10:07.358" v="1596" actId="47"/>
        <pc:sldMasterMkLst>
          <pc:docMk/>
          <pc:sldMasterMk cId="930828141" sldId="2147483687"/>
        </pc:sldMasterMkLst>
        <pc:sldLayoutChg chg="del">
          <pc:chgData name="Vincent van Diermen" userId="bc636cb0-a983-4a1e-b38b-7bfb43c4457d" providerId="ADAL" clId="{43D6AF77-B614-4E83-A403-7AA763794138}" dt="2025-08-26T09:10:07.358" v="1596" actId="47"/>
          <pc:sldLayoutMkLst>
            <pc:docMk/>
            <pc:sldMasterMk cId="930828141" sldId="2147483687"/>
            <pc:sldLayoutMk cId="3403846572" sldId="2147483688"/>
          </pc:sldLayoutMkLst>
        </pc:sldLayoutChg>
        <pc:sldLayoutChg chg="del">
          <pc:chgData name="Vincent van Diermen" userId="bc636cb0-a983-4a1e-b38b-7bfb43c4457d" providerId="ADAL" clId="{43D6AF77-B614-4E83-A403-7AA763794138}" dt="2025-08-26T09:10:07.358" v="1596" actId="47"/>
          <pc:sldLayoutMkLst>
            <pc:docMk/>
            <pc:sldMasterMk cId="930828141" sldId="2147483687"/>
            <pc:sldLayoutMk cId="2415776506" sldId="2147483689"/>
          </pc:sldLayoutMkLst>
        </pc:sldLayoutChg>
        <pc:sldLayoutChg chg="del">
          <pc:chgData name="Vincent van Diermen" userId="bc636cb0-a983-4a1e-b38b-7bfb43c4457d" providerId="ADAL" clId="{43D6AF77-B614-4E83-A403-7AA763794138}" dt="2025-08-26T09:10:07.358" v="1596" actId="47"/>
          <pc:sldLayoutMkLst>
            <pc:docMk/>
            <pc:sldMasterMk cId="930828141" sldId="2147483687"/>
            <pc:sldLayoutMk cId="2265055708" sldId="214748369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676D4-4F91-4145-BFA6-3720186308DB}" type="datetimeFigureOut">
              <a:rPr lang="nl-NL" smtClean="0"/>
              <a:t>27-8-2025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80D3C-07CC-4142-8143-88606BC6B5F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6388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4007B-106C-7CF9-1E89-5DBA47A19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015A60EB-B5A3-9216-EC38-596302471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3BFC258-5CAD-CE9B-2DBC-07ADD4B19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  <a:p>
            <a:endParaRPr lang="nl-NL"/>
          </a:p>
          <a:p>
            <a:pPr marL="171450" indent="-171450">
              <a:buFontTx/>
              <a:buChar char="-"/>
            </a:pPr>
            <a:r>
              <a:rPr lang="nl-NL"/>
              <a:t>De Tygron EDU Share is een openbare omgeving, los van het Tygron Platform</a:t>
            </a:r>
          </a:p>
          <a:p>
            <a:pPr marL="171450" indent="-171450">
              <a:buFontTx/>
              <a:buChar char="-"/>
            </a:pPr>
            <a:r>
              <a:rPr lang="nl-NL"/>
              <a:t>Doel is het eenvoudig delen mogelijk maken van </a:t>
            </a:r>
            <a:r>
              <a:rPr lang="nl-NL" err="1"/>
              <a:t>educationele</a:t>
            </a:r>
            <a:r>
              <a:rPr lang="nl-NL"/>
              <a:t> toepassingen van het Tygron Platform, om inzetten van het platform bij verschillende educatieve instellingen te stroomlijnen.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4E0B334-984A-07A0-1121-9B30AB36C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80D3C-07CC-4142-8143-88606BC6B5F0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350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50092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0D740-A994-85E6-1CA6-C65495D0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897FA9D3-5DE6-7BE1-1F62-FF4215991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26359B9E-3785-0D61-E72A-1216209C4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8781E13-90D2-7599-C86D-125237CE2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1144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EBD13-AF7C-F39E-847C-FD4D3175C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70DEF58-5026-3AFE-4639-8DC4B0766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3E9F2B05-0F28-B60D-DBE4-50284D044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16D5034-0CD4-22A4-6234-DC627EFDF0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32752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5D2F-B8D5-0DAF-5153-35910A762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F6574E08-EF0F-5BF8-197D-82967383E5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747ED234-A943-C3DE-E0DD-9E4A68E16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647E45D-3D90-36A5-17BE-C0E840E4DD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049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D75C-DC94-702B-49ED-2A1150365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2D379F5D-0470-43BB-0CE3-0FB1045E9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E0BE5463-A693-B541-2017-C0087E24D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B088380-3547-C060-C605-528F7C624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59096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CECB6-5FB0-F40B-8226-54926CB4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E459AD57-1400-3F8F-3986-AC3EED501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C6A62A2-46F4-0D2B-2043-C1DD1B8F71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D1B8088-F3F6-922A-53E9-90FC8DB46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4485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58D92-1216-50C6-4867-FD913C5B5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758D2497-EF35-F207-407F-8E1B81BD04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59F995B5-30AD-9B1A-59E0-E38BC288F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0EB79C6-9954-B1BE-AB02-C16F240D3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72764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3ADDF-71FD-2978-8403-8B889944E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C8ABFCA8-E24E-916E-6DF1-543C1F04A7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B0FAA4F8-FA21-EF2F-D125-6A2669692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A12C95A-68E4-8F4D-0C52-795BAC3A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30099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6E5D6-436F-C9E7-7BD6-D70C9A320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DE2BF66-98B7-618B-8D4A-F2883FC107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D3F6B912-48E6-7847-B791-DFBA7EB994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1EFC7E-C648-8361-F3FD-EA46A1674E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608716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B4752-213D-5E57-A7F6-950AE40AA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5F016084-9C91-C17C-C4FF-50D43138D6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97415754-3CDE-40EB-9180-256DEC946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7E53FC4-2370-C271-BDB2-0520AF4B8A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7469C-5479-488E-A7B4-D6DFD35084D7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0000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A3DA2-68E9-43F0-BA75-38518426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76F4A51-B5F1-42F7-8403-53F6328D7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18AECA9-4BF3-4DF2-B27B-0E51F7258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6359BA8-EAA0-487C-BA5B-41428B90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96090-B07D-433A-8444-3D8B534A3833}" type="datetime1">
              <a:rPr lang="nl-NL" smtClean="0"/>
              <a:t>27-8-2025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DA79477-2051-4E1C-B283-1CB903B5E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Tygron Platform; Accelerated Simulations for Engineers</a:t>
            </a:r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D98495A-2B7F-4297-89CA-E12084899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C765DB-1523-46D6-838C-55835F1B82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018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C772D2-4B49-2927-B27A-3FDD87ECB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CB6B850-1504-8E3E-F904-B7233F418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2F2C33B-AD22-2EC9-0894-87AABE20D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83CCD-2F76-4DDF-A6C7-ECA8D5437D2E}" type="datetimeFigureOut">
              <a:rPr lang="nl-NL" smtClean="0"/>
              <a:t>27-8-2025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9226D0F-47AD-B1D1-BEC8-8A2790E8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5681575-ED21-6800-8911-6781BE68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ACB55-B81E-4AE2-8FBB-B6580A2D84F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911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CEBCC4-B0E8-D6FE-F98D-347E1BA81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F9EEDCA-11B2-6493-24A8-9F5A75A23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9D5E1A-CE52-293F-C2D7-21A3DF338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CDA19-81FA-41D5-A86F-A988DF2AEFC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EE51FD8-B3AC-52E3-51A7-0B10C617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C16301A-2EAC-E76F-4A26-376C7808D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8B4658-BF4B-406E-B3E7-EC91A3253C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6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882B76E6-EED1-4A92-B122-3E3086C1A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ACF423A-3735-493B-96AC-795CBB4A0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886D377-1F35-483F-BBE8-A6A2E7594B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6D5241-DBA9-47CB-A5E0-A7F3CA451548}" type="datetime1">
              <a:rPr lang="nl-NL" smtClean="0"/>
              <a:t>27-8-2025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210A224-C4CE-4F32-94E3-764B799C3B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Tygron Platform; Accelerated Simulations for Engineers</a:t>
            </a:r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055C68B-3B3F-4C3C-AEDE-17D74A7F45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765DB-1523-46D6-838C-55835F1B82D0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8098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6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55702A36-FC50-4675-CC60-A578FD0AF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E0DC761-A9CF-8F0B-B563-D515FAB43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222A82F-A8B0-1154-8F78-3F5CEACF01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0CDA19-81FA-41D5-A86F-A988DF2AEFC6}" type="datetimeFigureOut">
              <a:rPr lang="en-GB" smtClean="0"/>
              <a:t>27/08/2025</a:t>
            </a:fld>
            <a:endParaRPr lang="en-GB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9B76E0C-9662-3779-615E-2EDB1D735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A998ED-1F79-D4E7-65F0-7F5B42D40A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8B4658-BF4B-406E-B3E7-EC91A3253C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03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support@tygron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ygron-Edu/Edu-Public-Shar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fbeelding 6" descr="Afbeelding met lucht, boom, gebouw, Stedenbouwkunde&#10;&#10;Door AI gegenereerde inhoud is mogelijk onjuist.">
            <a:extLst>
              <a:ext uri="{FF2B5EF4-FFF2-40B4-BE49-F238E27FC236}">
                <a16:creationId xmlns:a16="http://schemas.microsoft.com/office/drawing/2014/main" id="{F542E233-9B07-A6E0-E78B-FFF01091E53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2" r="-1" b="-1"/>
          <a:stretch/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AD4B66E-D152-A9B4-D6A0-D90189622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nl-NL" sz="6600">
                <a:solidFill>
                  <a:schemeClr val="bg1"/>
                </a:solidFill>
              </a:rPr>
              <a:t>Tygron Platform</a:t>
            </a:r>
            <a:br>
              <a:rPr lang="nl-NL" sz="6600">
                <a:solidFill>
                  <a:schemeClr val="bg1"/>
                </a:solidFill>
              </a:rPr>
            </a:br>
            <a:r>
              <a:rPr lang="nl-NL" sz="6600" err="1">
                <a:solidFill>
                  <a:schemeClr val="bg1"/>
                </a:solidFill>
              </a:rPr>
              <a:t>Edu</a:t>
            </a:r>
            <a:r>
              <a:rPr lang="nl-NL" sz="6600">
                <a:solidFill>
                  <a:schemeClr val="bg1"/>
                </a:solidFill>
              </a:rPr>
              <a:t> Share</a:t>
            </a:r>
            <a:br>
              <a:rPr lang="nl-NL" sz="6600">
                <a:solidFill>
                  <a:schemeClr val="bg1"/>
                </a:solidFill>
              </a:rPr>
            </a:br>
            <a:endParaRPr lang="en-GB" sz="6600">
              <a:solidFill>
                <a:schemeClr val="bg1"/>
              </a:solidFill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9B99A96-4FBB-6257-549F-64C23EA895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nl-NL">
                <a:solidFill>
                  <a:schemeClr val="bg1"/>
                </a:solidFill>
              </a:rPr>
              <a:t>Augustus 2025</a:t>
            </a:r>
            <a:endParaRPr lang="en-GB">
              <a:solidFill>
                <a:schemeClr val="bg1"/>
              </a:solidFill>
            </a:endParaRP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96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FA481-84CC-A288-E837-492842BD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2B93CF7-AA02-458A-057B-2FCCA6C1F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8" y="626133"/>
            <a:ext cx="11668063" cy="148617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00" kern="1200">
                <a:latin typeface="Calibri"/>
                <a:ea typeface="Calibri"/>
                <a:cs typeface="Calibri"/>
              </a:rPr>
              <a:t>Wat is de </a:t>
            </a:r>
            <a:r>
              <a:rPr lang="en-US" sz="4800" kern="1200" err="1">
                <a:latin typeface="Calibri"/>
                <a:ea typeface="Calibri"/>
                <a:cs typeface="Calibri"/>
              </a:rPr>
              <a:t>Tygron</a:t>
            </a:r>
            <a:r>
              <a:rPr lang="en-US" sz="4800" kern="1200">
                <a:latin typeface="Calibri"/>
                <a:ea typeface="Calibri"/>
                <a:cs typeface="Calibri"/>
              </a:rPr>
              <a:t> EDU Share</a:t>
            </a:r>
            <a:r>
              <a:rPr lang="en-US" sz="4800">
                <a:latin typeface="Calibri"/>
                <a:ea typeface="Calibri"/>
                <a:cs typeface="Calibri"/>
              </a:rPr>
              <a:t>?</a:t>
            </a:r>
            <a:br>
              <a:rPr lang="en-US" sz="4800">
                <a:latin typeface="Calibri Light"/>
                <a:ea typeface="Calibri Light"/>
                <a:cs typeface="Calibri Light"/>
              </a:rPr>
            </a:br>
            <a:br>
              <a:rPr lang="en-US" sz="4800">
                <a:latin typeface="Calibri Light"/>
                <a:ea typeface="Calibri Light"/>
                <a:cs typeface="Calibri Light"/>
              </a:rPr>
            </a:br>
            <a:endParaRPr lang="nl-NL" sz="2800">
              <a:latin typeface="Calibri Light"/>
              <a:ea typeface="Calibri Light"/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903514-1E6C-A5C9-2423-E1D8CC29A26F}"/>
              </a:ext>
            </a:extLst>
          </p:cNvPr>
          <p:cNvSpPr txBox="1"/>
          <p:nvPr/>
        </p:nvSpPr>
        <p:spPr>
          <a:xfrm>
            <a:off x="148936" y="1714499"/>
            <a:ext cx="10474036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nl-NL" sz="2800">
                <a:ea typeface="Calibri"/>
                <a:cs typeface="Calibri"/>
              </a:rPr>
              <a:t>De </a:t>
            </a:r>
            <a:r>
              <a:rPr lang="nl-NL" sz="2800" err="1">
                <a:ea typeface="Calibri"/>
                <a:cs typeface="Calibri"/>
              </a:rPr>
              <a:t>Tygron</a:t>
            </a:r>
            <a:r>
              <a:rPr lang="nl-NL" sz="2800">
                <a:ea typeface="Calibri"/>
                <a:cs typeface="Calibri"/>
              </a:rPr>
              <a:t> EDU Share is een openbare omgeving, los van het </a:t>
            </a:r>
            <a:r>
              <a:rPr lang="nl-NL" sz="2800" err="1">
                <a:ea typeface="Calibri"/>
                <a:cs typeface="Calibri"/>
              </a:rPr>
              <a:t>Tygron</a:t>
            </a:r>
            <a:r>
              <a:rPr lang="nl-NL" sz="2800">
                <a:ea typeface="Calibri"/>
                <a:cs typeface="Calibri"/>
              </a:rPr>
              <a:t> Platform.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nl-NL" sz="2800">
                <a:ea typeface="Calibri"/>
                <a:cs typeface="Calibri"/>
              </a:rPr>
              <a:t>Doel is het eenvoudig delen mogelijk maken van </a:t>
            </a:r>
            <a:r>
              <a:rPr lang="nl-NL" sz="2800" err="1">
                <a:ea typeface="Calibri"/>
                <a:cs typeface="Calibri"/>
              </a:rPr>
              <a:t>educationele</a:t>
            </a:r>
            <a:r>
              <a:rPr lang="nl-NL" sz="2800">
                <a:ea typeface="Calibri"/>
                <a:cs typeface="Calibri"/>
              </a:rPr>
              <a:t> toepassingen van het </a:t>
            </a:r>
            <a:r>
              <a:rPr lang="nl-NL" sz="2800" err="1">
                <a:ea typeface="Calibri"/>
                <a:cs typeface="Calibri"/>
              </a:rPr>
              <a:t>Tygron</a:t>
            </a:r>
            <a:r>
              <a:rPr lang="nl-NL" sz="2800">
                <a:ea typeface="Calibri"/>
                <a:cs typeface="Calibri"/>
              </a:rPr>
              <a:t> Platform, om inzetten van het platform bij verschillende educatieve instellingen te stroomlijnen.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5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87AB46BF-A39D-D872-1A9C-82A2CEF32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pic>
        <p:nvPicPr>
          <p:cNvPr id="6" name="Picture 5" descr="20/05/2021 – Tygron Platform">
            <a:extLst>
              <a:ext uri="{FF2B5EF4-FFF2-40B4-BE49-F238E27FC236}">
                <a16:creationId xmlns:a16="http://schemas.microsoft.com/office/drawing/2014/main" id="{C60C918C-FD27-C8A1-FE9F-68D8313F9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297" y="4278666"/>
            <a:ext cx="6016624" cy="2253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0054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31520-FA4E-7149-0578-85B054DB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F37D0445-20B0-18DF-A0BF-9241F186E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99" y="1495984"/>
            <a:ext cx="4581769" cy="4735719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Ondergebracht in GitHub</a:t>
            </a:r>
            <a:endParaRPr lang="en-US"/>
          </a:p>
          <a:p>
            <a:pPr>
              <a:buFont typeface="Arial" panose="020B0604020202020204" pitchFamily="34" charset="0"/>
              <a:buChar char="•"/>
            </a:pPr>
            <a:r>
              <a:rPr lang="nl-NL"/>
              <a:t>Open Source platform, eigenlijk bedoeld als code </a:t>
            </a:r>
            <a:r>
              <a:rPr lang="nl-NL" err="1"/>
              <a:t>repository</a:t>
            </a:r>
            <a:r>
              <a:rPr lang="nl-NL"/>
              <a:t>, werkt ook goed met overige bestandsformaten.</a:t>
            </a:r>
          </a:p>
          <a:p>
            <a:r>
              <a:rPr lang="nl-NL">
                <a:ea typeface="Calibri" panose="020F0502020204030204"/>
                <a:cs typeface="Calibri" panose="020F0502020204030204"/>
              </a:rPr>
              <a:t>Toegang/ zichtbaarheid is publiek.</a:t>
            </a:r>
          </a:p>
          <a:p>
            <a:r>
              <a:rPr lang="nl-NL">
                <a:ea typeface="Calibri" panose="020F0502020204030204"/>
                <a:cs typeface="Calibri" panose="020F0502020204030204"/>
              </a:rPr>
              <a:t>Uploaden/ editen heeft toegang nodig met een GitHub account.</a:t>
            </a:r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A971F74F-753A-7360-3B4D-B08FC1F0A5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C1969580-4DFB-C2C4-AB8E-05D69A165C0A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457200" indent="-457200">
              <a:buAutoNum type="arabicPeriod"/>
            </a:pPr>
            <a:r>
              <a:rPr lang="nl-NL" kern="0" err="1"/>
              <a:t>Tygron</a:t>
            </a:r>
            <a:r>
              <a:rPr lang="nl-NL" kern="0"/>
              <a:t> EDU Share</a:t>
            </a: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381396-74E3-395C-D0EE-792E2DFB9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923" y="817564"/>
            <a:ext cx="6049219" cy="505848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95848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BD2CE-90F4-B487-38B5-182582064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A0D0D5FD-AC82-337D-353F-96BF06936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99" y="1495984"/>
            <a:ext cx="4581769" cy="3447832"/>
          </a:xfrm>
        </p:spPr>
        <p:txBody>
          <a:bodyPr anchor="t">
            <a:noAutofit/>
          </a:bodyPr>
          <a:lstStyle/>
          <a:p>
            <a:r>
              <a:rPr lang="nl-NL" dirty="0">
                <a:ea typeface="Calibri"/>
                <a:cs typeface="Calibri"/>
              </a:rPr>
              <a:t>Maak een GitHub account aan.</a:t>
            </a:r>
            <a:endParaRPr lang="nl-NL" dirty="0"/>
          </a:p>
          <a:p>
            <a:r>
              <a:rPr lang="nl-NL" dirty="0"/>
              <a:t>Stuur een verzoek naar </a:t>
            </a:r>
            <a:r>
              <a:rPr lang="nl-NL" dirty="0">
                <a:hlinkClick r:id="rId3"/>
              </a:rPr>
              <a:t>support@tygron.com</a:t>
            </a:r>
            <a:r>
              <a:rPr lang="nl-NL" dirty="0"/>
              <a:t> voor toegang voor uploaden ('collaborator' in GitHub termen) met je GitHub account.</a:t>
            </a:r>
            <a:endParaRPr lang="nl-NL" dirty="0">
              <a:ea typeface="Calibri"/>
              <a:cs typeface="Calibri"/>
            </a:endParaRPr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E295B273-930C-3227-7DF0-65D218EE7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08B6DAF1-7A61-9F85-9853-5AA12D8D8B27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Uploaden</a:t>
            </a:r>
          </a:p>
        </p:txBody>
      </p:sp>
      <p:pic>
        <p:nvPicPr>
          <p:cNvPr id="2" name="Picture 1" descr="Invertocat GitHub Logo">
            <a:extLst>
              <a:ext uri="{FF2B5EF4-FFF2-40B4-BE49-F238E27FC236}">
                <a16:creationId xmlns:a16="http://schemas.microsoft.com/office/drawing/2014/main" id="{CF035BED-08A8-8A51-FB05-979B572C6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1514" y="2672384"/>
            <a:ext cx="5077929" cy="25844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939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E5FE4-6F35-E40D-1676-8BB3C1087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6D8D6907-FF65-CE22-89F2-3E960D2E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199" y="1495984"/>
            <a:ext cx="4581769" cy="3447832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Er is een browser </a:t>
            </a:r>
            <a:r>
              <a:rPr lang="nl-NL" err="1"/>
              <a:t>based</a:t>
            </a:r>
            <a:r>
              <a:rPr lang="nl-NL"/>
              <a:t> client, die een maximum bestandsformaat van 25Mb hanteert.</a:t>
            </a:r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DBC6B4F2-8C85-E672-3199-57EF72B2A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53F7A1C5-234E-48DE-A73E-E972E13B58E0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Uploaden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857CA8-33EB-F702-202E-A0F4B5E63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744" y="1240366"/>
            <a:ext cx="6411674" cy="4377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22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DE69F-2022-9E3F-D316-CF70AC5C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054B9475-9927-8DF3-89FF-4D7DC05DF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5984"/>
            <a:ext cx="4581769" cy="3447832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Er is een desktop app client, die een maximum bestandsformaat van 50Mb hanteert, maar een minder goed overzicht biedt.</a:t>
            </a:r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7930876A-3769-9B83-36AA-E8811F1952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11AFE2FB-088A-6EDA-94F4-E140B4335CED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Uploaden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7F62DB-943C-4F8B-BF77-122BE6F21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403" y="1670315"/>
            <a:ext cx="6198997" cy="4261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43BF85-2DBC-2CAC-C773-998AF6C52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1104" y="3710219"/>
            <a:ext cx="1681960" cy="234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56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0C275-F960-4F6C-8B46-7E59DA9D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B2727C8D-1E70-7485-D963-F4B898B2E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5984"/>
            <a:ext cx="4581769" cy="3447832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Uploaden naar de Tygron EDU Share gaat vanuit een folder op het lokale systeem, die is gesynchroniseerd met de </a:t>
            </a:r>
            <a:r>
              <a:rPr lang="nl-NL" err="1"/>
              <a:t>repository</a:t>
            </a:r>
            <a:r>
              <a:rPr lang="nl-NL"/>
              <a:t> op GitHub.</a:t>
            </a:r>
          </a:p>
          <a:p>
            <a:pPr marL="0" indent="0">
              <a:buNone/>
            </a:pPr>
            <a:endParaRPr lang="nl-NL"/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4D00FC44-6C63-1798-DD5D-FE35FC1B6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0BB8B1B0-1D9E-237E-9BEA-5AA09ED432D5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Uploaden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0F3AF-DADC-FA6F-5473-BD58A9A6A2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969" y="1937200"/>
            <a:ext cx="6635767" cy="395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7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E99A9-ED01-A385-C4A1-B17DD8BF5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F0C3940A-FFB0-9257-C193-4C78BBB24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5984"/>
            <a:ext cx="4538133" cy="4155516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Het is verstandig eerst eventuele wijzigingen binnen te halen met ‘</a:t>
            </a:r>
            <a:r>
              <a:rPr lang="nl-NL" err="1"/>
              <a:t>Fetch</a:t>
            </a:r>
            <a:r>
              <a:rPr lang="nl-NL"/>
              <a:t> </a:t>
            </a:r>
            <a:r>
              <a:rPr lang="nl-NL" err="1"/>
              <a:t>origin</a:t>
            </a:r>
            <a:r>
              <a:rPr lang="nl-NL"/>
              <a:t>’.</a:t>
            </a:r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D341BD7C-ADC3-8EB6-0C17-A95DED408C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8AF1D2AD-D0DE-1983-3CD0-C5772E42E076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Uploaden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B0835C-41E5-3665-6BD1-30A428D46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366" y="1384300"/>
            <a:ext cx="625995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796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25FE-93EF-2EB9-F191-49C3A0757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1D7DD21E-6128-B87C-56B4-33B70A468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5984"/>
            <a:ext cx="4538133" cy="4155516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Zodra er een nieuw bestand in de shared folder staat, kan dit bestand vanuit de desktop client worden ‘</a:t>
            </a:r>
            <a:r>
              <a:rPr lang="nl-NL" err="1"/>
              <a:t>gecommit</a:t>
            </a:r>
            <a:r>
              <a:rPr lang="nl-NL"/>
              <a:t>’, </a:t>
            </a:r>
            <a:r>
              <a:rPr lang="nl-NL" err="1"/>
              <a:t>dwz</a:t>
            </a:r>
            <a:r>
              <a:rPr lang="nl-NL"/>
              <a:t> </a:t>
            </a:r>
            <a:r>
              <a:rPr lang="nl-NL" err="1"/>
              <a:t>geupload</a:t>
            </a:r>
            <a:r>
              <a:rPr lang="nl-NL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3CDD1547-D7AF-91AC-A70E-FB30F5F253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C4B660E3-2A2F-C9EF-BB1C-41993BE475BE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Uploaden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383188-0474-C026-80B4-2E44601FD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3360" y="1159932"/>
            <a:ext cx="6384157" cy="435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7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2C1F5-8929-5C42-E02B-76BFA2CD3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EAAF3622-392C-FCC2-ECE8-2B0442D1A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5984"/>
            <a:ext cx="4538133" cy="4155516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Een bestand kan door het </a:t>
            </a:r>
            <a:r>
              <a:rPr lang="nl-NL" err="1"/>
              <a:t>Fetchen</a:t>
            </a:r>
            <a:r>
              <a:rPr lang="nl-NL"/>
              <a:t> via de desktop client in de lokale </a:t>
            </a:r>
            <a:r>
              <a:rPr lang="nl-NL" err="1"/>
              <a:t>GiHub</a:t>
            </a:r>
            <a:r>
              <a:rPr lang="nl-NL"/>
              <a:t> folder worden gedownload, als het nog niet lokaal was opgeslagen.</a:t>
            </a:r>
          </a:p>
          <a:p>
            <a:pPr marL="0" indent="0">
              <a:buNone/>
            </a:pPr>
            <a:endParaRPr lang="nl-NL"/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07C3953E-4D13-5FD9-845D-48606FC989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3EE6B045-A8FA-0367-1F94-F05E98B6503A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Downloaden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ACF0E-B71D-7CAA-7F44-DDC691DFCD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8192" y="4015316"/>
            <a:ext cx="5559282" cy="116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967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2FA0E-B812-0FCB-FB40-7BA189DD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35B90DBA-4574-17B3-E0DC-674B8D536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495984"/>
            <a:ext cx="4538133" cy="4155516"/>
          </a:xfrm>
        </p:spPr>
        <p:txBody>
          <a:bodyPr anchor="t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nl-NL"/>
              <a:t>Via de browser client kunnen individuele bestanden worden gedownload door op ‘View </a:t>
            </a:r>
            <a:r>
              <a:rPr lang="nl-NL" err="1"/>
              <a:t>Raw’te</a:t>
            </a:r>
            <a:r>
              <a:rPr lang="nl-NL"/>
              <a:t> klikken. Het bestand wordt daarna gedownload.</a:t>
            </a:r>
          </a:p>
          <a:p>
            <a:pPr marL="0" indent="0">
              <a:buNone/>
            </a:pPr>
            <a:endParaRPr lang="nl-NL"/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F569D232-0D6A-BE72-69C9-E281010BC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ED9FEFA1-9D0B-458F-93A6-EEF3B7FFA4C3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- Downloaden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5B3F3-950D-BCAC-CA7D-CCE5E853E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4067" y="3826933"/>
            <a:ext cx="6223000" cy="217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492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183F-9B07-3AD5-DCC1-12D33BB8A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386DBCCF-71C4-65A1-F347-7F5A98FC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104687"/>
            <a:ext cx="11184467" cy="4155516"/>
          </a:xfrm>
        </p:spPr>
        <p:txBody>
          <a:bodyPr anchor="t">
            <a:noAutofit/>
          </a:bodyPr>
          <a:lstStyle/>
          <a:p>
            <a:r>
              <a:rPr lang="nl-NL"/>
              <a:t>Publiek toegankelijk</a:t>
            </a:r>
            <a:endParaRPr lang="nl-NL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nl-NL">
                <a:ea typeface="Calibri"/>
                <a:cs typeface="Calibri"/>
              </a:rPr>
              <a:t>Eigen verantwoordelijkheid wat je hierop zet als instelling/docent </a:t>
            </a:r>
            <a:endParaRPr lang="nl-NL"/>
          </a:p>
          <a:p>
            <a:pPr lvl="1">
              <a:buFont typeface="Courier New" panose="020B0604020202020204" pitchFamily="34" charset="0"/>
              <a:buChar char="o"/>
            </a:pPr>
            <a:r>
              <a:rPr lang="nl-NL"/>
              <a:t>dus deze omgeving is niet geschikt voor gevoelige informatie van derden</a:t>
            </a:r>
            <a:endParaRPr lang="nl-NL">
              <a:ea typeface="Calibri"/>
              <a:cs typeface="Calibri"/>
            </a:endParaRPr>
          </a:p>
          <a:p>
            <a:r>
              <a:rPr lang="nl-NL">
                <a:hlinkClick r:id="rId3"/>
              </a:rPr>
              <a:t>https://github.com/Tygron-Edu/Edu-Public-Share</a:t>
            </a:r>
            <a:endParaRPr lang="nl-NL">
              <a:ea typeface="Calibri"/>
              <a:cs typeface="Calibri"/>
              <a:hlinkClick r:id="rId3"/>
            </a:endParaRPr>
          </a:p>
          <a:p>
            <a:pPr marL="0" indent="0">
              <a:buNone/>
            </a:pPr>
            <a:endParaRPr lang="nl-NL">
              <a:ea typeface="Calibri"/>
              <a:cs typeface="Calibri"/>
            </a:endParaRPr>
          </a:p>
          <a:p>
            <a:endParaRPr lang="nl-NL">
              <a:ea typeface="Calibri"/>
              <a:cs typeface="Calibri"/>
            </a:endParaRPr>
          </a:p>
          <a:p>
            <a:pPr marL="0" indent="0">
              <a:buNone/>
            </a:pPr>
            <a:endParaRPr lang="nl-NL">
              <a:ea typeface="Calibri"/>
              <a:cs typeface="Calibri"/>
            </a:endParaRPr>
          </a:p>
        </p:txBody>
      </p:sp>
      <p:pic>
        <p:nvPicPr>
          <p:cNvPr id="3" name="Tijdelijke aanduiding voor inhoud 4" descr="Afbeelding met zwart, duisternis&#10;&#10;Automatisch gegenereerde beschrijving">
            <a:extLst>
              <a:ext uri="{FF2B5EF4-FFF2-40B4-BE49-F238E27FC236}">
                <a16:creationId xmlns:a16="http://schemas.microsoft.com/office/drawing/2014/main" id="{8EEC103E-E35E-313D-940B-4C82A5F4E0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36" y="6364223"/>
            <a:ext cx="1748728" cy="336630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BB6A8BD8-E6BF-BAAF-404F-E375AFB7510D}"/>
              </a:ext>
            </a:extLst>
          </p:cNvPr>
          <p:cNvSpPr txBox="1">
            <a:spLocks/>
          </p:cNvSpPr>
          <p:nvPr/>
        </p:nvSpPr>
        <p:spPr>
          <a:xfrm>
            <a:off x="711200" y="1"/>
            <a:ext cx="1087120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i="0">
                <a:solidFill>
                  <a:schemeClr val="tx2"/>
                </a:solidFill>
                <a:latin typeface="Verdana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2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nl-NL" kern="0"/>
              <a:t>Tygron EDU Share – Tot slot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BF82CB2-4DCD-E632-8869-C778170E8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L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3A02B6B-3214-7B4B-2452-0B2B5AE09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L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EAA435B-BD60-367C-0D21-51B486716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L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2CB7B6DF-870D-5B33-F720-DB55A5095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N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0E6304-B979-916F-5625-5B6BBDC50F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4862" y="3185517"/>
            <a:ext cx="3156176" cy="31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951443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8abd3b2-2f36-4b43-9c64-ca8ec1e7c9d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263B9F37E37A4CBEC20C0482094800" ma:contentTypeVersion="17" ma:contentTypeDescription="Een nieuw document maken." ma:contentTypeScope="" ma:versionID="d19e977cc3763b34397f613869fd7f92">
  <xsd:schema xmlns:xsd="http://www.w3.org/2001/XMLSchema" xmlns:xs="http://www.w3.org/2001/XMLSchema" xmlns:p="http://schemas.microsoft.com/office/2006/metadata/properties" xmlns:ns3="9e1ab1dc-9cb4-4444-85f2-c2a851465324" xmlns:ns4="78abd3b2-2f36-4b43-9c64-ca8ec1e7c9d8" targetNamespace="http://schemas.microsoft.com/office/2006/metadata/properties" ma:root="true" ma:fieldsID="4fa4a81a1af1eb1588dcbe1d74b272c4" ns3:_="" ns4:_="">
    <xsd:import namespace="9e1ab1dc-9cb4-4444-85f2-c2a851465324"/>
    <xsd:import namespace="78abd3b2-2f36-4b43-9c64-ca8ec1e7c9d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EventHashCode" minOccurs="0"/>
                <xsd:element ref="ns4:MediaServiceGenerationTime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b1dc-9cb4-4444-85f2-c2a85146532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int-hash delen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abd3b2-2f36-4b43-9c64-ca8ec1e7c9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2079E36-07A2-4025-84D5-DD5AF5E86629}">
  <ds:schemaRefs>
    <ds:schemaRef ds:uri="78abd3b2-2f36-4b43-9c64-ca8ec1e7c9d8"/>
    <ds:schemaRef ds:uri="9e1ab1dc-9cb4-4444-85f2-c2a85146532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7F4EF9-F332-444E-B2E5-E3EF912FB98A}">
  <ds:schemaRefs>
    <ds:schemaRef ds:uri="78abd3b2-2f36-4b43-9c64-ca8ec1e7c9d8"/>
    <ds:schemaRef ds:uri="9e1ab1dc-9cb4-4444-85f2-c2a85146532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7C9C8D4-728A-4D01-973E-158BDCFF20B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b1226680-eb96-4c62-9ee8-f2b44753b414}" enabled="0" method="" siteId="{b1226680-eb96-4c62-9ee8-f2b44753b41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11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Kantoorthema</vt:lpstr>
      <vt:lpstr>Kantoorthema</vt:lpstr>
      <vt:lpstr>Tygron Platform Edu Share </vt:lpstr>
      <vt:lpstr>Wat is de Tygron EDU Share?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Florian Witsenburg</dc:creator>
  <cp:revision>31</cp:revision>
  <dcterms:created xsi:type="dcterms:W3CDTF">2024-06-24T05:09:13Z</dcterms:created>
  <dcterms:modified xsi:type="dcterms:W3CDTF">2025-08-27T11:55:55Z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0x01010022263B9F37E37A4CBEC20C0482094800</vt:lpwstr>
  </property>
  <property fmtid="{D5CDD505-2E9C-101B-9397-08002B2CF9AE}" pid="3" name="MediaServiceImageTags">
    <vt:lpwstr/>
  </property>
</Properties>
</file>