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4"/>
    <p:sldMasterId id="2147483665" r:id="rId5"/>
  </p:sldMasterIdLst>
  <p:notesMasterIdLst>
    <p:notesMasterId r:id="rId19"/>
  </p:notesMasterIdLst>
  <p:sldIdLst>
    <p:sldId id="413" r:id="rId6"/>
    <p:sldId id="410" r:id="rId7"/>
    <p:sldId id="411" r:id="rId8"/>
    <p:sldId id="398" r:id="rId9"/>
    <p:sldId id="260" r:id="rId10"/>
    <p:sldId id="376" r:id="rId11"/>
    <p:sldId id="377" r:id="rId12"/>
    <p:sldId id="378" r:id="rId13"/>
    <p:sldId id="381" r:id="rId14"/>
    <p:sldId id="379" r:id="rId15"/>
    <p:sldId id="380" r:id="rId16"/>
    <p:sldId id="385" r:id="rId17"/>
    <p:sldId id="386" r:id="rId18"/>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C2A734-C729-44A9-BC0C-95EC465EDF17}" v="1" dt="2025-08-28T12:28:14.202"/>
    <p1510:client id="{A00F355F-AA10-4834-B92D-0E5D69784DC6}" v="17" dt="2025-08-28T11:32:58.7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04" autoAdjust="0"/>
    <p:restoredTop sz="94660"/>
  </p:normalViewPr>
  <p:slideViewPr>
    <p:cSldViewPr snapToGrid="0">
      <p:cViewPr varScale="1">
        <p:scale>
          <a:sx n="104" d="100"/>
          <a:sy n="104" d="100"/>
        </p:scale>
        <p:origin x="89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3409F74-C7FC-41E0-8C8F-A0AC45A69AC2}" type="doc">
      <dgm:prSet loTypeId="urn:microsoft.com/office/officeart/2016/7/layout/BasicTimeline" loCatId="process" qsTypeId="urn:microsoft.com/office/officeart/2005/8/quickstyle/simple1" qsCatId="simple" csTypeId="urn:microsoft.com/office/officeart/2005/8/colors/accent6_2" csCatId="accent6" phldr="1"/>
      <dgm:spPr/>
      <dgm:t>
        <a:bodyPr/>
        <a:lstStyle/>
        <a:p>
          <a:endParaRPr lang="en-US"/>
        </a:p>
      </dgm:t>
    </dgm:pt>
    <dgm:pt modelId="{35F62D7C-8F61-4B7A-88B4-F729297BDD28}">
      <dgm:prSet/>
      <dgm:spPr/>
      <dgm:t>
        <a:bodyPr/>
        <a:lstStyle/>
        <a:p>
          <a:pPr>
            <a:defRPr b="1"/>
          </a:pPr>
          <a:r>
            <a:rPr lang="en-US"/>
            <a:t>… 2014</a:t>
          </a:r>
        </a:p>
      </dgm:t>
    </dgm:pt>
    <dgm:pt modelId="{43DC9386-70C8-4841-A50F-7EA70625880B}" type="parTrans" cxnId="{1F08734B-BF7B-469D-981D-486B93085C8A}">
      <dgm:prSet/>
      <dgm:spPr/>
      <dgm:t>
        <a:bodyPr/>
        <a:lstStyle/>
        <a:p>
          <a:endParaRPr lang="en-US"/>
        </a:p>
      </dgm:t>
    </dgm:pt>
    <dgm:pt modelId="{DD3C50BB-53B3-4C46-A660-60B821D32E2A}" type="sibTrans" cxnId="{1F08734B-BF7B-469D-981D-486B93085C8A}">
      <dgm:prSet/>
      <dgm:spPr/>
      <dgm:t>
        <a:bodyPr/>
        <a:lstStyle/>
        <a:p>
          <a:endParaRPr lang="en-US"/>
        </a:p>
      </dgm:t>
    </dgm:pt>
    <dgm:pt modelId="{C50923DB-79D8-4619-8335-ED33918B54B8}">
      <dgm:prSet custT="1"/>
      <dgm:spPr/>
      <dgm:t>
        <a:bodyPr/>
        <a:lstStyle/>
        <a:p>
          <a:r>
            <a:rPr lang="en-US" sz="1400"/>
            <a:t>GIS import / export</a:t>
          </a:r>
        </a:p>
        <a:p>
          <a:r>
            <a:rPr lang="en-US" sz="1400"/>
            <a:t>SaaS. 24/7</a:t>
          </a:r>
          <a:endParaRPr lang="en-US" sz="2000"/>
        </a:p>
      </dgm:t>
    </dgm:pt>
    <dgm:pt modelId="{0C332A6A-52A0-4131-99AA-FA1F6B0672EB}" type="parTrans" cxnId="{752ED174-9E59-4BCF-9838-58FA56BAFA3C}">
      <dgm:prSet/>
      <dgm:spPr/>
      <dgm:t>
        <a:bodyPr/>
        <a:lstStyle/>
        <a:p>
          <a:endParaRPr lang="en-US"/>
        </a:p>
      </dgm:t>
    </dgm:pt>
    <dgm:pt modelId="{C8E5A3B1-762F-4D5F-83DD-53DD2211A22B}" type="sibTrans" cxnId="{752ED174-9E59-4BCF-9838-58FA56BAFA3C}">
      <dgm:prSet/>
      <dgm:spPr/>
      <dgm:t>
        <a:bodyPr/>
        <a:lstStyle/>
        <a:p>
          <a:endParaRPr lang="en-US"/>
        </a:p>
      </dgm:t>
    </dgm:pt>
    <dgm:pt modelId="{83F677A1-237F-401F-89DF-2CABBBE60C4F}">
      <dgm:prSet custT="1"/>
      <dgm:spPr/>
      <dgm:t>
        <a:bodyPr/>
        <a:lstStyle/>
        <a:p>
          <a:r>
            <a:rPr lang="en-US" sz="1400"/>
            <a:t>Beheer, onderhoud en support</a:t>
          </a:r>
        </a:p>
      </dgm:t>
    </dgm:pt>
    <dgm:pt modelId="{C2224F8F-A20D-4C02-A821-5CB36CFECEF5}" type="parTrans" cxnId="{AEE38A2E-85A2-4CA1-B983-AC9B2127363B}">
      <dgm:prSet/>
      <dgm:spPr/>
      <dgm:t>
        <a:bodyPr/>
        <a:lstStyle/>
        <a:p>
          <a:endParaRPr lang="en-US"/>
        </a:p>
      </dgm:t>
    </dgm:pt>
    <dgm:pt modelId="{83D1D659-63D5-4484-865B-C24DED9F456C}" type="sibTrans" cxnId="{AEE38A2E-85A2-4CA1-B983-AC9B2127363B}">
      <dgm:prSet/>
      <dgm:spPr/>
      <dgm:t>
        <a:bodyPr/>
        <a:lstStyle/>
        <a:p>
          <a:endParaRPr lang="en-US"/>
        </a:p>
      </dgm:t>
    </dgm:pt>
    <dgm:pt modelId="{CF0B83E0-FFC8-4440-BE08-8976ABA7110C}">
      <dgm:prSet custT="1"/>
      <dgm:spPr/>
      <dgm:t>
        <a:bodyPr/>
        <a:lstStyle/>
        <a:p>
          <a:r>
            <a:rPr lang="en-US" sz="1400"/>
            <a:t>API</a:t>
          </a:r>
        </a:p>
      </dgm:t>
    </dgm:pt>
    <dgm:pt modelId="{EC0FAF7D-9B90-4C23-AD86-67729E45964A}" type="parTrans" cxnId="{836F8F71-01B7-4077-B468-5F91240BD32C}">
      <dgm:prSet/>
      <dgm:spPr/>
      <dgm:t>
        <a:bodyPr/>
        <a:lstStyle/>
        <a:p>
          <a:endParaRPr lang="en-US"/>
        </a:p>
      </dgm:t>
    </dgm:pt>
    <dgm:pt modelId="{2CD01046-5481-4ED1-895C-CC5F42C02354}" type="sibTrans" cxnId="{836F8F71-01B7-4077-B468-5F91240BD32C}">
      <dgm:prSet/>
      <dgm:spPr/>
      <dgm:t>
        <a:bodyPr/>
        <a:lstStyle/>
        <a:p>
          <a:endParaRPr lang="en-US"/>
        </a:p>
      </dgm:t>
    </dgm:pt>
    <dgm:pt modelId="{4BDE2034-2757-4CD8-896C-05EB035818A6}">
      <dgm:prSet/>
      <dgm:spPr/>
      <dgm:t>
        <a:bodyPr/>
        <a:lstStyle/>
        <a:p>
          <a:pPr>
            <a:defRPr b="1"/>
          </a:pPr>
          <a:r>
            <a:rPr lang="en-US"/>
            <a:t>2014–2016</a:t>
          </a:r>
        </a:p>
      </dgm:t>
    </dgm:pt>
    <dgm:pt modelId="{FDF1447D-0AF9-4807-B400-2021EF2F6755}" type="parTrans" cxnId="{5A144803-ED86-4E33-B68B-E6F206F37A17}">
      <dgm:prSet/>
      <dgm:spPr/>
      <dgm:t>
        <a:bodyPr/>
        <a:lstStyle/>
        <a:p>
          <a:endParaRPr lang="en-US"/>
        </a:p>
      </dgm:t>
    </dgm:pt>
    <dgm:pt modelId="{22235392-0809-4BF4-AAEE-51125439D9D5}" type="sibTrans" cxnId="{5A144803-ED86-4E33-B68B-E6F206F37A17}">
      <dgm:prSet/>
      <dgm:spPr/>
      <dgm:t>
        <a:bodyPr/>
        <a:lstStyle/>
        <a:p>
          <a:endParaRPr lang="en-US"/>
        </a:p>
      </dgm:t>
    </dgm:pt>
    <dgm:pt modelId="{E3F2D787-FA8F-4CAD-B2C5-E93E34F2B51B}">
      <dgm:prSet custT="1"/>
      <dgm:spPr/>
      <dgm:t>
        <a:bodyPr/>
        <a:lstStyle/>
        <a:p>
          <a:r>
            <a:rPr lang="en-US" sz="1600"/>
            <a:t>Wijk – </a:t>
          </a:r>
          <a:r>
            <a:rPr lang="en-US" sz="1600" err="1"/>
            <a:t>niveau</a:t>
          </a:r>
          <a:r>
            <a:rPr lang="en-US" sz="1600"/>
            <a:t>. </a:t>
          </a:r>
        </a:p>
        <a:p>
          <a:r>
            <a:rPr lang="en-US" sz="1600" err="1"/>
            <a:t>Warmtenetten</a:t>
          </a:r>
          <a:r>
            <a:rPr lang="en-US" sz="1600"/>
            <a:t> </a:t>
          </a:r>
        </a:p>
      </dgm:t>
    </dgm:pt>
    <dgm:pt modelId="{609B8148-024E-467E-B99C-CB7F64432522}" type="parTrans" cxnId="{DA7DC6EA-DD92-4F26-9AD8-BBB009D913F6}">
      <dgm:prSet/>
      <dgm:spPr/>
      <dgm:t>
        <a:bodyPr/>
        <a:lstStyle/>
        <a:p>
          <a:endParaRPr lang="en-US"/>
        </a:p>
      </dgm:t>
    </dgm:pt>
    <dgm:pt modelId="{A4DDC8E3-EC41-4088-BD8C-D930DC973661}" type="sibTrans" cxnId="{DA7DC6EA-DD92-4F26-9AD8-BBB009D913F6}">
      <dgm:prSet/>
      <dgm:spPr/>
      <dgm:t>
        <a:bodyPr/>
        <a:lstStyle/>
        <a:p>
          <a:endParaRPr lang="en-US"/>
        </a:p>
      </dgm:t>
    </dgm:pt>
    <dgm:pt modelId="{008B7D3F-C8E1-40FE-ABAE-4BF45EF19AE4}">
      <dgm:prSet custT="1"/>
      <dgm:spPr/>
      <dgm:t>
        <a:bodyPr/>
        <a:lstStyle/>
        <a:p>
          <a:r>
            <a:rPr lang="en-US" sz="1600" err="1"/>
            <a:t>Geluid</a:t>
          </a:r>
          <a:endParaRPr lang="en-US" sz="1600"/>
        </a:p>
      </dgm:t>
    </dgm:pt>
    <dgm:pt modelId="{1EDB1864-F8CD-4EE9-A594-EFAD0A13EA9D}" type="parTrans" cxnId="{C74A42D9-C225-49B1-93B6-113AA150CFB1}">
      <dgm:prSet/>
      <dgm:spPr/>
      <dgm:t>
        <a:bodyPr/>
        <a:lstStyle/>
        <a:p>
          <a:endParaRPr lang="en-US"/>
        </a:p>
      </dgm:t>
    </dgm:pt>
    <dgm:pt modelId="{96532C21-F293-4417-9B45-07B0F906717C}" type="sibTrans" cxnId="{C74A42D9-C225-49B1-93B6-113AA150CFB1}">
      <dgm:prSet/>
      <dgm:spPr/>
      <dgm:t>
        <a:bodyPr/>
        <a:lstStyle/>
        <a:p>
          <a:endParaRPr lang="en-US"/>
        </a:p>
      </dgm:t>
    </dgm:pt>
    <dgm:pt modelId="{526CC385-1419-433B-B40E-548471CBAEC3}">
      <dgm:prSet custT="1"/>
      <dgm:spPr/>
      <dgm:t>
        <a:bodyPr/>
        <a:lstStyle/>
        <a:p>
          <a:r>
            <a:rPr lang="en-US" sz="1600"/>
            <a:t>Fijnstof</a:t>
          </a:r>
        </a:p>
      </dgm:t>
    </dgm:pt>
    <dgm:pt modelId="{9437D734-2DF9-4EC3-BC59-E521F9582842}" type="parTrans" cxnId="{4DF28B3E-2A2B-4C2A-B394-B8B46C77A687}">
      <dgm:prSet/>
      <dgm:spPr/>
      <dgm:t>
        <a:bodyPr/>
        <a:lstStyle/>
        <a:p>
          <a:endParaRPr lang="en-US"/>
        </a:p>
      </dgm:t>
    </dgm:pt>
    <dgm:pt modelId="{4E2E398D-3311-4623-B62B-F862E8A7E721}" type="sibTrans" cxnId="{4DF28B3E-2A2B-4C2A-B394-B8B46C77A687}">
      <dgm:prSet/>
      <dgm:spPr/>
      <dgm:t>
        <a:bodyPr/>
        <a:lstStyle/>
        <a:p>
          <a:endParaRPr lang="en-US"/>
        </a:p>
      </dgm:t>
    </dgm:pt>
    <dgm:pt modelId="{3E02D455-226F-43C1-BD12-20D2A3A7C70E}">
      <dgm:prSet/>
      <dgm:spPr/>
      <dgm:t>
        <a:bodyPr/>
        <a:lstStyle/>
        <a:p>
          <a:pPr>
            <a:defRPr b="1"/>
          </a:pPr>
          <a:r>
            <a:rPr lang="en-US"/>
            <a:t>2017–2019</a:t>
          </a:r>
        </a:p>
      </dgm:t>
    </dgm:pt>
    <dgm:pt modelId="{FA1AEB6E-97CD-42D4-A81A-6B1A66B05646}" type="parTrans" cxnId="{AE1158A3-9D44-41A6-88F4-3085A414E427}">
      <dgm:prSet/>
      <dgm:spPr/>
      <dgm:t>
        <a:bodyPr/>
        <a:lstStyle/>
        <a:p>
          <a:endParaRPr lang="en-US"/>
        </a:p>
      </dgm:t>
    </dgm:pt>
    <dgm:pt modelId="{160F78AA-F2B6-416F-B03D-FE48E2FB3FDB}" type="sibTrans" cxnId="{AE1158A3-9D44-41A6-88F4-3085A414E427}">
      <dgm:prSet/>
      <dgm:spPr/>
      <dgm:t>
        <a:bodyPr/>
        <a:lstStyle/>
        <a:p>
          <a:endParaRPr lang="en-US"/>
        </a:p>
      </dgm:t>
    </dgm:pt>
    <dgm:pt modelId="{BB8AF71C-42AA-424F-8CD0-9D216AAEC411}">
      <dgm:prSet custT="1"/>
      <dgm:spPr/>
      <dgm:t>
        <a:bodyPr/>
        <a:lstStyle/>
        <a:p>
          <a:r>
            <a:rPr lang="en-US" sz="1600"/>
            <a:t>Stad - 25 miljoen gridcellen</a:t>
          </a:r>
        </a:p>
      </dgm:t>
    </dgm:pt>
    <dgm:pt modelId="{60084CE4-ED03-4CC7-BD53-DE2C5C057375}" type="parTrans" cxnId="{4AE465F9-2774-4BDC-9D60-16B857E8A3AD}">
      <dgm:prSet/>
      <dgm:spPr/>
      <dgm:t>
        <a:bodyPr/>
        <a:lstStyle/>
        <a:p>
          <a:endParaRPr lang="en-US"/>
        </a:p>
      </dgm:t>
    </dgm:pt>
    <dgm:pt modelId="{2D2C2CB5-DBB8-44BB-97C2-3BB87C636FA2}" type="sibTrans" cxnId="{4AE465F9-2774-4BDC-9D60-16B857E8A3AD}">
      <dgm:prSet/>
      <dgm:spPr/>
      <dgm:t>
        <a:bodyPr/>
        <a:lstStyle/>
        <a:p>
          <a:endParaRPr lang="en-US"/>
        </a:p>
      </dgm:t>
    </dgm:pt>
    <dgm:pt modelId="{086BB578-DDED-4DA3-A490-7F7181F3CDA8}">
      <dgm:prSet custT="1"/>
      <dgm:spPr/>
      <dgm:t>
        <a:bodyPr/>
        <a:lstStyle/>
        <a:p>
          <a:r>
            <a:rPr lang="en-US" sz="1600"/>
            <a:t>Water en </a:t>
          </a:r>
          <a:r>
            <a:rPr lang="en-US" sz="1600" err="1"/>
            <a:t>klimaat</a:t>
          </a:r>
          <a:endParaRPr lang="en-US" sz="1600"/>
        </a:p>
      </dgm:t>
    </dgm:pt>
    <dgm:pt modelId="{0F37E6C2-9993-4ECE-90C4-8F40FC013E91}" type="parTrans" cxnId="{476ACD57-6A1C-4090-B906-0F0D86D3E525}">
      <dgm:prSet/>
      <dgm:spPr/>
      <dgm:t>
        <a:bodyPr/>
        <a:lstStyle/>
        <a:p>
          <a:endParaRPr lang="en-US"/>
        </a:p>
      </dgm:t>
    </dgm:pt>
    <dgm:pt modelId="{55D254A7-A605-4EE4-910C-7E8CA74B936A}" type="sibTrans" cxnId="{476ACD57-6A1C-4090-B906-0F0D86D3E525}">
      <dgm:prSet/>
      <dgm:spPr/>
      <dgm:t>
        <a:bodyPr/>
        <a:lstStyle/>
        <a:p>
          <a:endParaRPr lang="en-US"/>
        </a:p>
      </dgm:t>
    </dgm:pt>
    <dgm:pt modelId="{B625E321-194E-4A97-9803-514AC666ABD0}">
      <dgm:prSet custT="1"/>
      <dgm:spPr/>
      <dgm:t>
        <a:bodyPr/>
        <a:lstStyle/>
        <a:p>
          <a:r>
            <a:rPr lang="en-US" sz="1600" err="1"/>
            <a:t>Overstromingen</a:t>
          </a:r>
          <a:r>
            <a:rPr lang="en-US" sz="1600"/>
            <a:t> </a:t>
          </a:r>
        </a:p>
      </dgm:t>
    </dgm:pt>
    <dgm:pt modelId="{40CBB6F8-BE93-4A01-9257-156B9749FB47}" type="parTrans" cxnId="{A1B4C856-C41E-44F8-84CF-C5B3A0437146}">
      <dgm:prSet/>
      <dgm:spPr/>
      <dgm:t>
        <a:bodyPr/>
        <a:lstStyle/>
        <a:p>
          <a:endParaRPr lang="en-US"/>
        </a:p>
      </dgm:t>
    </dgm:pt>
    <dgm:pt modelId="{6EF12B9B-701A-4E62-97FC-C7D9A94E0002}" type="sibTrans" cxnId="{A1B4C856-C41E-44F8-84CF-C5B3A0437146}">
      <dgm:prSet/>
      <dgm:spPr/>
      <dgm:t>
        <a:bodyPr/>
        <a:lstStyle/>
        <a:p>
          <a:endParaRPr lang="en-US"/>
        </a:p>
      </dgm:t>
    </dgm:pt>
    <dgm:pt modelId="{DA057F4A-1CF2-4E6A-8231-029218B7EA67}">
      <dgm:prSet/>
      <dgm:spPr/>
      <dgm:t>
        <a:bodyPr/>
        <a:lstStyle/>
        <a:p>
          <a:pPr>
            <a:defRPr b="1"/>
          </a:pPr>
          <a:r>
            <a:rPr lang="en-US"/>
            <a:t>2020 – 2024</a:t>
          </a:r>
        </a:p>
      </dgm:t>
    </dgm:pt>
    <dgm:pt modelId="{B91E8643-6F29-410D-B18B-8651D6978955}" type="parTrans" cxnId="{4867BE77-13DC-40A7-A414-DEF492B4FDFC}">
      <dgm:prSet/>
      <dgm:spPr/>
      <dgm:t>
        <a:bodyPr/>
        <a:lstStyle/>
        <a:p>
          <a:endParaRPr lang="en-US"/>
        </a:p>
      </dgm:t>
    </dgm:pt>
    <dgm:pt modelId="{44703CA5-C48A-4B75-9E1D-8901AE8A8DC7}" type="sibTrans" cxnId="{4867BE77-13DC-40A7-A414-DEF492B4FDFC}">
      <dgm:prSet/>
      <dgm:spPr/>
      <dgm:t>
        <a:bodyPr/>
        <a:lstStyle/>
        <a:p>
          <a:endParaRPr lang="en-US"/>
        </a:p>
      </dgm:t>
    </dgm:pt>
    <dgm:pt modelId="{92A9C3C9-72C5-4EC0-87EF-382E726E2252}">
      <dgm:prSet custT="1"/>
      <dgm:spPr/>
      <dgm:t>
        <a:bodyPr/>
        <a:lstStyle/>
        <a:p>
          <a:r>
            <a:rPr lang="en-US" sz="1600" err="1"/>
            <a:t>Provincie</a:t>
          </a:r>
          <a:r>
            <a:rPr lang="en-US" sz="1600"/>
            <a:t> - 4 </a:t>
          </a:r>
          <a:r>
            <a:rPr lang="en-US" sz="1600" err="1"/>
            <a:t>miljard</a:t>
          </a:r>
          <a:r>
            <a:rPr lang="en-US" sz="1600"/>
            <a:t> </a:t>
          </a:r>
          <a:r>
            <a:rPr lang="en-US" sz="1600" err="1"/>
            <a:t>gridcellen</a:t>
          </a:r>
          <a:r>
            <a:rPr lang="en-US" sz="1600"/>
            <a:t> </a:t>
          </a:r>
        </a:p>
      </dgm:t>
    </dgm:pt>
    <dgm:pt modelId="{35E451BB-5A5D-4D21-BFF5-9991AB781E07}" type="parTrans" cxnId="{82C25ACC-008F-4B9C-886E-1FCFCBC9F3A0}">
      <dgm:prSet/>
      <dgm:spPr/>
      <dgm:t>
        <a:bodyPr/>
        <a:lstStyle/>
        <a:p>
          <a:endParaRPr lang="en-US"/>
        </a:p>
      </dgm:t>
    </dgm:pt>
    <dgm:pt modelId="{155EC180-F4AB-4265-9126-55EB9AAF6372}" type="sibTrans" cxnId="{82C25ACC-008F-4B9C-886E-1FCFCBC9F3A0}">
      <dgm:prSet/>
      <dgm:spPr/>
      <dgm:t>
        <a:bodyPr/>
        <a:lstStyle/>
        <a:p>
          <a:endParaRPr lang="en-US"/>
        </a:p>
      </dgm:t>
    </dgm:pt>
    <dgm:pt modelId="{C32D9C45-524A-4F32-85F7-3CD937942B58}">
      <dgm:prSet custT="1"/>
      <dgm:spPr/>
      <dgm:t>
        <a:bodyPr/>
        <a:lstStyle/>
        <a:p>
          <a:r>
            <a:rPr lang="en-US" sz="1600" err="1"/>
            <a:t>Grondwater</a:t>
          </a:r>
          <a:endParaRPr lang="en-US" sz="1600"/>
        </a:p>
        <a:p>
          <a:r>
            <a:rPr lang="en-US" sz="1600" err="1"/>
            <a:t>Natuur</a:t>
          </a:r>
          <a:r>
            <a:rPr lang="en-US" sz="1600"/>
            <a:t> en </a:t>
          </a:r>
          <a:r>
            <a:rPr lang="en-US" sz="1600" err="1"/>
            <a:t>biodiversiteit</a:t>
          </a:r>
          <a:endParaRPr lang="nl-NL" sz="1600"/>
        </a:p>
      </dgm:t>
    </dgm:pt>
    <dgm:pt modelId="{D37087EB-99EF-4180-BE39-507B7C15964D}" type="parTrans" cxnId="{F9A769B7-785D-40E0-A5A0-026143689C72}">
      <dgm:prSet/>
      <dgm:spPr/>
      <dgm:t>
        <a:bodyPr/>
        <a:lstStyle/>
        <a:p>
          <a:endParaRPr lang="nl-NL"/>
        </a:p>
      </dgm:t>
    </dgm:pt>
    <dgm:pt modelId="{E0448AE1-7589-4733-879C-A82573A627C1}" type="sibTrans" cxnId="{F9A769B7-785D-40E0-A5A0-026143689C72}">
      <dgm:prSet/>
      <dgm:spPr/>
      <dgm:t>
        <a:bodyPr/>
        <a:lstStyle/>
        <a:p>
          <a:endParaRPr lang="nl-NL"/>
        </a:p>
      </dgm:t>
    </dgm:pt>
    <dgm:pt modelId="{F3EC6086-198E-4677-B58F-9C3515BAA863}">
      <dgm:prSet custT="1"/>
      <dgm:spPr/>
      <dgm:t>
        <a:bodyPr/>
        <a:lstStyle/>
        <a:p>
          <a:r>
            <a:rPr lang="en-US" sz="1600"/>
            <a:t>Reporting and dashboarding </a:t>
          </a:r>
        </a:p>
      </dgm:t>
    </dgm:pt>
    <dgm:pt modelId="{2B3C6100-980B-424A-B6F8-853BD08D3A9C}" type="parTrans" cxnId="{67AFAAAD-B30F-4A60-93A7-44D2F57078AE}">
      <dgm:prSet/>
      <dgm:spPr/>
      <dgm:t>
        <a:bodyPr/>
        <a:lstStyle/>
        <a:p>
          <a:endParaRPr lang="nl-NL"/>
        </a:p>
      </dgm:t>
    </dgm:pt>
    <dgm:pt modelId="{2CEBE719-7D12-4B92-8C8D-BF0A3A0B4B17}" type="sibTrans" cxnId="{67AFAAAD-B30F-4A60-93A7-44D2F57078AE}">
      <dgm:prSet/>
      <dgm:spPr/>
      <dgm:t>
        <a:bodyPr/>
        <a:lstStyle/>
        <a:p>
          <a:endParaRPr lang="nl-NL"/>
        </a:p>
      </dgm:t>
    </dgm:pt>
    <dgm:pt modelId="{5F442D5B-BDB7-455C-9EEE-2850690EA76E}">
      <dgm:prSet custT="1"/>
      <dgm:spPr/>
      <dgm:t>
        <a:bodyPr/>
        <a:lstStyle/>
        <a:p>
          <a:r>
            <a:rPr lang="en-US" sz="1600" err="1"/>
            <a:t>Bodemdaling</a:t>
          </a:r>
          <a:r>
            <a:rPr lang="en-US" sz="1600"/>
            <a:t> </a:t>
          </a:r>
        </a:p>
      </dgm:t>
    </dgm:pt>
    <dgm:pt modelId="{931BE6EA-EAC1-47E8-ACCC-B85505E8CA71}" type="parTrans" cxnId="{9448EA21-3B07-49DB-A22A-F45E1A4BA3C7}">
      <dgm:prSet/>
      <dgm:spPr/>
      <dgm:t>
        <a:bodyPr/>
        <a:lstStyle/>
        <a:p>
          <a:endParaRPr lang="nl-NL"/>
        </a:p>
      </dgm:t>
    </dgm:pt>
    <dgm:pt modelId="{FD16A4F3-1A01-4C5B-A535-ECC08DE02A0A}" type="sibTrans" cxnId="{9448EA21-3B07-49DB-A22A-F45E1A4BA3C7}">
      <dgm:prSet/>
      <dgm:spPr/>
      <dgm:t>
        <a:bodyPr/>
        <a:lstStyle/>
        <a:p>
          <a:endParaRPr lang="nl-NL"/>
        </a:p>
      </dgm:t>
    </dgm:pt>
    <dgm:pt modelId="{1C2F67F9-D65A-4EC3-9009-3E7A2DF053FF}">
      <dgm:prSet custT="1"/>
      <dgm:spPr/>
      <dgm:t>
        <a:bodyPr/>
        <a:lstStyle/>
        <a:p>
          <a:pPr>
            <a:defRPr b="1"/>
          </a:pPr>
          <a:r>
            <a:rPr lang="nl-NL" sz="1600"/>
            <a:t>2025- …</a:t>
          </a:r>
        </a:p>
      </dgm:t>
    </dgm:pt>
    <dgm:pt modelId="{CA083DE3-24F2-43D3-BAC9-34AD57CEF5DE}" type="parTrans" cxnId="{515F95B9-81FB-49F2-ADB7-28C4E100D31F}">
      <dgm:prSet/>
      <dgm:spPr/>
      <dgm:t>
        <a:bodyPr/>
        <a:lstStyle/>
        <a:p>
          <a:endParaRPr lang="en-GB"/>
        </a:p>
      </dgm:t>
    </dgm:pt>
    <dgm:pt modelId="{8EE12EC7-7AE1-4EB4-B7CA-758728AC0513}" type="sibTrans" cxnId="{515F95B9-81FB-49F2-ADB7-28C4E100D31F}">
      <dgm:prSet/>
      <dgm:spPr/>
      <dgm:t>
        <a:bodyPr/>
        <a:lstStyle/>
        <a:p>
          <a:endParaRPr lang="en-GB"/>
        </a:p>
      </dgm:t>
    </dgm:pt>
    <dgm:pt modelId="{A7E7F0C8-2A89-4150-8421-5BB44A30B5E0}">
      <dgm:prSet custT="1"/>
      <dgm:spPr/>
      <dgm:t>
        <a:bodyPr/>
        <a:lstStyle/>
        <a:p>
          <a:r>
            <a:rPr lang="nl-NL" sz="1600"/>
            <a:t>Heel NL: 400 miljard </a:t>
          </a:r>
          <a:r>
            <a:rPr lang="nl-NL" sz="1600" err="1"/>
            <a:t>gridcellen</a:t>
          </a:r>
          <a:endParaRPr lang="nl-NL" sz="1600"/>
        </a:p>
        <a:p>
          <a:r>
            <a:rPr lang="nl-NL" sz="1600"/>
            <a:t>Artificiële Intelligentie (AI)</a:t>
          </a:r>
        </a:p>
        <a:p>
          <a:r>
            <a:rPr lang="nl-NL" sz="1600"/>
            <a:t>Gebruiksvriendelijkheid</a:t>
          </a:r>
        </a:p>
        <a:p>
          <a:r>
            <a:rPr lang="en-US" sz="1600"/>
            <a:t>Digital Twins – </a:t>
          </a:r>
          <a:r>
            <a:rPr lang="en-US" sz="1600" err="1"/>
            <a:t>Omgevingsvisie</a:t>
          </a:r>
          <a:r>
            <a:rPr lang="en-US" sz="1600"/>
            <a:t> </a:t>
          </a:r>
          <a:endParaRPr lang="nl-NL" sz="1600"/>
        </a:p>
      </dgm:t>
    </dgm:pt>
    <dgm:pt modelId="{E93A8228-ABF2-4620-A41B-0D161E3F47F8}" type="parTrans" cxnId="{7DDD24D9-06AF-4948-9E87-F39672AF96C7}">
      <dgm:prSet/>
      <dgm:spPr/>
      <dgm:t>
        <a:bodyPr/>
        <a:lstStyle/>
        <a:p>
          <a:endParaRPr lang="en-GB"/>
        </a:p>
      </dgm:t>
    </dgm:pt>
    <dgm:pt modelId="{F582C831-A13D-4D40-A8F2-2DAC321E9388}" type="sibTrans" cxnId="{7DDD24D9-06AF-4948-9E87-F39672AF96C7}">
      <dgm:prSet/>
      <dgm:spPr/>
      <dgm:t>
        <a:bodyPr/>
        <a:lstStyle/>
        <a:p>
          <a:endParaRPr lang="en-GB"/>
        </a:p>
      </dgm:t>
    </dgm:pt>
    <dgm:pt modelId="{4D9116E3-53BD-42A7-9463-45949F3FB802}" type="pres">
      <dgm:prSet presAssocID="{C3409F74-C7FC-41E0-8C8F-A0AC45A69AC2}" presName="root" presStyleCnt="0">
        <dgm:presLayoutVars>
          <dgm:chMax/>
          <dgm:chPref/>
          <dgm:animLvl val="lvl"/>
        </dgm:presLayoutVars>
      </dgm:prSet>
      <dgm:spPr/>
    </dgm:pt>
    <dgm:pt modelId="{E9A211CB-9873-4AFD-A1C3-3C847C9988BD}" type="pres">
      <dgm:prSet presAssocID="{C3409F74-C7FC-41E0-8C8F-A0AC45A69AC2}" presName="divider" presStyleLbl="fgAccFollowNode1" presStyleIdx="0" presStyleCnt="1"/>
      <dgm:spPr>
        <a:solidFill>
          <a:schemeClr val="accent6">
            <a:alpha val="90000"/>
            <a:tint val="40000"/>
            <a:hueOff val="0"/>
            <a:satOff val="0"/>
            <a:lumOff val="0"/>
            <a:alphaOff val="0"/>
          </a:schemeClr>
        </a:solidFill>
        <a:ln w="12700" cap="flat" cmpd="sng" algn="ctr">
          <a:solidFill>
            <a:schemeClr val="accent6">
              <a:alpha val="90000"/>
              <a:tint val="40000"/>
              <a:hueOff val="0"/>
              <a:satOff val="0"/>
              <a:lumOff val="0"/>
              <a:alphaOff val="0"/>
            </a:schemeClr>
          </a:solidFill>
          <a:prstDash val="solid"/>
          <a:miter lim="800000"/>
          <a:tailEnd type="triangle" w="lg" len="lg"/>
        </a:ln>
        <a:effectLst/>
      </dgm:spPr>
    </dgm:pt>
    <dgm:pt modelId="{97742AEA-C488-458D-8792-3E13C6E59A0D}" type="pres">
      <dgm:prSet presAssocID="{C3409F74-C7FC-41E0-8C8F-A0AC45A69AC2}" presName="nodes" presStyleCnt="0">
        <dgm:presLayoutVars>
          <dgm:chMax/>
          <dgm:chPref/>
          <dgm:animLvl val="lvl"/>
        </dgm:presLayoutVars>
      </dgm:prSet>
      <dgm:spPr/>
    </dgm:pt>
    <dgm:pt modelId="{82DF943E-11D4-41E0-AEF8-FB041A5CD0C9}" type="pres">
      <dgm:prSet presAssocID="{35F62D7C-8F61-4B7A-88B4-F729297BDD28}" presName="composite" presStyleCnt="0"/>
      <dgm:spPr/>
    </dgm:pt>
    <dgm:pt modelId="{83B568B0-0CC5-4818-9702-1075558BD6B8}" type="pres">
      <dgm:prSet presAssocID="{35F62D7C-8F61-4B7A-88B4-F729297BDD28}" presName="L1TextContainer" presStyleLbl="revTx" presStyleIdx="0" presStyleCnt="5">
        <dgm:presLayoutVars>
          <dgm:chMax val="1"/>
          <dgm:chPref val="1"/>
          <dgm:bulletEnabled val="1"/>
        </dgm:presLayoutVars>
      </dgm:prSet>
      <dgm:spPr/>
    </dgm:pt>
    <dgm:pt modelId="{0319952A-6191-47A1-941B-A082CDF44F52}" type="pres">
      <dgm:prSet presAssocID="{35F62D7C-8F61-4B7A-88B4-F729297BDD28}" presName="L2TextContainerWrapper" presStyleCnt="0">
        <dgm:presLayoutVars>
          <dgm:chMax val="0"/>
          <dgm:chPref val="0"/>
          <dgm:bulletEnabled val="1"/>
        </dgm:presLayoutVars>
      </dgm:prSet>
      <dgm:spPr/>
    </dgm:pt>
    <dgm:pt modelId="{BD31697A-69EA-4F94-BADB-0AB15C2A7040}" type="pres">
      <dgm:prSet presAssocID="{35F62D7C-8F61-4B7A-88B4-F729297BDD28}" presName="L2TextContainer" presStyleLbl="bgAcc1" presStyleIdx="0" presStyleCnt="5"/>
      <dgm:spPr/>
    </dgm:pt>
    <dgm:pt modelId="{8F2250A5-7AD1-47FA-AD38-BAC1833123BF}" type="pres">
      <dgm:prSet presAssocID="{35F62D7C-8F61-4B7A-88B4-F729297BDD28}" presName="FlexibleEmptyPlaceHolder" presStyleCnt="0"/>
      <dgm:spPr/>
    </dgm:pt>
    <dgm:pt modelId="{E37540BC-9E48-42CB-8D03-5CF188F0790A}" type="pres">
      <dgm:prSet presAssocID="{35F62D7C-8F61-4B7A-88B4-F729297BDD28}" presName="ConnectLine" presStyleLbl="sibTrans1D1" presStyleIdx="0" presStyleCnt="5"/>
      <dgm:spPr>
        <a:noFill/>
        <a:ln w="6350" cap="flat" cmpd="sng" algn="ctr">
          <a:solidFill>
            <a:schemeClr val="accent6">
              <a:hueOff val="0"/>
              <a:satOff val="0"/>
              <a:lumOff val="0"/>
              <a:alphaOff val="0"/>
            </a:schemeClr>
          </a:solidFill>
          <a:prstDash val="dash"/>
          <a:miter lim="800000"/>
        </a:ln>
        <a:effectLst/>
      </dgm:spPr>
    </dgm:pt>
    <dgm:pt modelId="{85436A6F-9562-4CEC-9576-54636E7FBC66}" type="pres">
      <dgm:prSet presAssocID="{35F62D7C-8F61-4B7A-88B4-F729297BDD28}" presName="ConnectorPoint" presStyleLbl="alignNode1" presStyleIdx="0" presStyleCnt="5"/>
      <dgm:spPr/>
    </dgm:pt>
    <dgm:pt modelId="{1C119F1C-E087-40F9-94AD-6C14A3F4BA94}" type="pres">
      <dgm:prSet presAssocID="{35F62D7C-8F61-4B7A-88B4-F729297BDD28}" presName="EmptyPlaceHolder" presStyleCnt="0"/>
      <dgm:spPr/>
    </dgm:pt>
    <dgm:pt modelId="{80E2C711-4BC8-4FE2-85E0-4BC05C277005}" type="pres">
      <dgm:prSet presAssocID="{DD3C50BB-53B3-4C46-A660-60B821D32E2A}" presName="spaceBetweenRectangles" presStyleCnt="0"/>
      <dgm:spPr/>
    </dgm:pt>
    <dgm:pt modelId="{BCE109FE-1833-4303-862D-6ED6A45C7701}" type="pres">
      <dgm:prSet presAssocID="{4BDE2034-2757-4CD8-896C-05EB035818A6}" presName="composite" presStyleCnt="0"/>
      <dgm:spPr/>
    </dgm:pt>
    <dgm:pt modelId="{39047A4A-1BB9-4F9C-AC56-C351280BAE7F}" type="pres">
      <dgm:prSet presAssocID="{4BDE2034-2757-4CD8-896C-05EB035818A6}" presName="L1TextContainer" presStyleLbl="revTx" presStyleIdx="1" presStyleCnt="5">
        <dgm:presLayoutVars>
          <dgm:chMax val="1"/>
          <dgm:chPref val="1"/>
          <dgm:bulletEnabled val="1"/>
        </dgm:presLayoutVars>
      </dgm:prSet>
      <dgm:spPr/>
    </dgm:pt>
    <dgm:pt modelId="{7FDAEF90-4F7A-443A-B43A-ED660B53B081}" type="pres">
      <dgm:prSet presAssocID="{4BDE2034-2757-4CD8-896C-05EB035818A6}" presName="L2TextContainerWrapper" presStyleCnt="0">
        <dgm:presLayoutVars>
          <dgm:chMax val="0"/>
          <dgm:chPref val="0"/>
          <dgm:bulletEnabled val="1"/>
        </dgm:presLayoutVars>
      </dgm:prSet>
      <dgm:spPr/>
    </dgm:pt>
    <dgm:pt modelId="{A584DA29-BAFF-40F3-B71D-5326A2BC7586}" type="pres">
      <dgm:prSet presAssocID="{4BDE2034-2757-4CD8-896C-05EB035818A6}" presName="L2TextContainer" presStyleLbl="bgAcc1" presStyleIdx="1" presStyleCnt="5"/>
      <dgm:spPr/>
    </dgm:pt>
    <dgm:pt modelId="{D19CB593-19AA-46D0-B5C9-8B0C61242F37}" type="pres">
      <dgm:prSet presAssocID="{4BDE2034-2757-4CD8-896C-05EB035818A6}" presName="FlexibleEmptyPlaceHolder" presStyleCnt="0"/>
      <dgm:spPr/>
    </dgm:pt>
    <dgm:pt modelId="{FA28B161-721F-4047-A234-F1AF40CC449A}" type="pres">
      <dgm:prSet presAssocID="{4BDE2034-2757-4CD8-896C-05EB035818A6}" presName="ConnectLine" presStyleLbl="sibTrans1D1" presStyleIdx="1" presStyleCnt="5"/>
      <dgm:spPr>
        <a:noFill/>
        <a:ln w="6350" cap="flat" cmpd="sng" algn="ctr">
          <a:solidFill>
            <a:schemeClr val="accent6">
              <a:hueOff val="0"/>
              <a:satOff val="0"/>
              <a:lumOff val="0"/>
              <a:alphaOff val="0"/>
            </a:schemeClr>
          </a:solidFill>
          <a:prstDash val="dash"/>
          <a:miter lim="800000"/>
        </a:ln>
        <a:effectLst/>
      </dgm:spPr>
    </dgm:pt>
    <dgm:pt modelId="{8E6B3365-6474-40CB-A356-4B9968358698}" type="pres">
      <dgm:prSet presAssocID="{4BDE2034-2757-4CD8-896C-05EB035818A6}" presName="ConnectorPoint" presStyleLbl="alignNode1" presStyleIdx="1" presStyleCnt="5"/>
      <dgm:spPr/>
    </dgm:pt>
    <dgm:pt modelId="{BEEC00F0-96B4-4F9E-8E35-87E4CBD59F32}" type="pres">
      <dgm:prSet presAssocID="{4BDE2034-2757-4CD8-896C-05EB035818A6}" presName="EmptyPlaceHolder" presStyleCnt="0"/>
      <dgm:spPr/>
    </dgm:pt>
    <dgm:pt modelId="{641E7343-4DE0-49FF-9F73-5CF9965C762F}" type="pres">
      <dgm:prSet presAssocID="{22235392-0809-4BF4-AAEE-51125439D9D5}" presName="spaceBetweenRectangles" presStyleCnt="0"/>
      <dgm:spPr/>
    </dgm:pt>
    <dgm:pt modelId="{01FA64FE-2035-41B6-A378-17B33A1D5FFB}" type="pres">
      <dgm:prSet presAssocID="{3E02D455-226F-43C1-BD12-20D2A3A7C70E}" presName="composite" presStyleCnt="0"/>
      <dgm:spPr/>
    </dgm:pt>
    <dgm:pt modelId="{C0920F3B-5DCE-460C-9C42-FF655257BF9A}" type="pres">
      <dgm:prSet presAssocID="{3E02D455-226F-43C1-BD12-20D2A3A7C70E}" presName="L1TextContainer" presStyleLbl="revTx" presStyleIdx="2" presStyleCnt="5">
        <dgm:presLayoutVars>
          <dgm:chMax val="1"/>
          <dgm:chPref val="1"/>
          <dgm:bulletEnabled val="1"/>
        </dgm:presLayoutVars>
      </dgm:prSet>
      <dgm:spPr/>
    </dgm:pt>
    <dgm:pt modelId="{B9EF2107-6991-451C-8F71-B7BE2BEDC9FE}" type="pres">
      <dgm:prSet presAssocID="{3E02D455-226F-43C1-BD12-20D2A3A7C70E}" presName="L2TextContainerWrapper" presStyleCnt="0">
        <dgm:presLayoutVars>
          <dgm:chMax val="0"/>
          <dgm:chPref val="0"/>
          <dgm:bulletEnabled val="1"/>
        </dgm:presLayoutVars>
      </dgm:prSet>
      <dgm:spPr/>
    </dgm:pt>
    <dgm:pt modelId="{0E6B3794-C0A6-41A0-B776-A2A48E997925}" type="pres">
      <dgm:prSet presAssocID="{3E02D455-226F-43C1-BD12-20D2A3A7C70E}" presName="L2TextContainer" presStyleLbl="bgAcc1" presStyleIdx="2" presStyleCnt="5"/>
      <dgm:spPr/>
    </dgm:pt>
    <dgm:pt modelId="{7C57C47B-CA1A-4D16-80B7-B6503F8F1815}" type="pres">
      <dgm:prSet presAssocID="{3E02D455-226F-43C1-BD12-20D2A3A7C70E}" presName="FlexibleEmptyPlaceHolder" presStyleCnt="0"/>
      <dgm:spPr/>
    </dgm:pt>
    <dgm:pt modelId="{1A5FFA22-1D71-4DE0-9BB0-249FB095D046}" type="pres">
      <dgm:prSet presAssocID="{3E02D455-226F-43C1-BD12-20D2A3A7C70E}" presName="ConnectLine" presStyleLbl="sibTrans1D1" presStyleIdx="2" presStyleCnt="5"/>
      <dgm:spPr>
        <a:noFill/>
        <a:ln w="6350" cap="flat" cmpd="sng" algn="ctr">
          <a:solidFill>
            <a:schemeClr val="accent6">
              <a:hueOff val="0"/>
              <a:satOff val="0"/>
              <a:lumOff val="0"/>
              <a:alphaOff val="0"/>
            </a:schemeClr>
          </a:solidFill>
          <a:prstDash val="dash"/>
          <a:miter lim="800000"/>
        </a:ln>
        <a:effectLst/>
      </dgm:spPr>
    </dgm:pt>
    <dgm:pt modelId="{B646AC7B-9ED0-4AA3-BA2E-E6CB0FBE7A7B}" type="pres">
      <dgm:prSet presAssocID="{3E02D455-226F-43C1-BD12-20D2A3A7C70E}" presName="ConnectorPoint" presStyleLbl="alignNode1" presStyleIdx="2" presStyleCnt="5"/>
      <dgm:spPr/>
    </dgm:pt>
    <dgm:pt modelId="{64FAD1A5-2B25-4D7C-83F6-04198E416CA3}" type="pres">
      <dgm:prSet presAssocID="{3E02D455-226F-43C1-BD12-20D2A3A7C70E}" presName="EmptyPlaceHolder" presStyleCnt="0"/>
      <dgm:spPr/>
    </dgm:pt>
    <dgm:pt modelId="{730591C9-00B3-4919-8548-C20721B39A2E}" type="pres">
      <dgm:prSet presAssocID="{160F78AA-F2B6-416F-B03D-FE48E2FB3FDB}" presName="spaceBetweenRectangles" presStyleCnt="0"/>
      <dgm:spPr/>
    </dgm:pt>
    <dgm:pt modelId="{B27DE932-E0C1-4DB9-A5FE-30E3946A8ECC}" type="pres">
      <dgm:prSet presAssocID="{DA057F4A-1CF2-4E6A-8231-029218B7EA67}" presName="composite" presStyleCnt="0"/>
      <dgm:spPr/>
    </dgm:pt>
    <dgm:pt modelId="{B22D4B04-64D8-462E-ACF9-66C43B88EBE8}" type="pres">
      <dgm:prSet presAssocID="{DA057F4A-1CF2-4E6A-8231-029218B7EA67}" presName="L1TextContainer" presStyleLbl="revTx" presStyleIdx="3" presStyleCnt="5">
        <dgm:presLayoutVars>
          <dgm:chMax val="1"/>
          <dgm:chPref val="1"/>
          <dgm:bulletEnabled val="1"/>
        </dgm:presLayoutVars>
      </dgm:prSet>
      <dgm:spPr/>
    </dgm:pt>
    <dgm:pt modelId="{60DAC70C-7105-491E-8276-4E71E3E26D94}" type="pres">
      <dgm:prSet presAssocID="{DA057F4A-1CF2-4E6A-8231-029218B7EA67}" presName="L2TextContainerWrapper" presStyleCnt="0">
        <dgm:presLayoutVars>
          <dgm:chMax val="0"/>
          <dgm:chPref val="0"/>
          <dgm:bulletEnabled val="1"/>
        </dgm:presLayoutVars>
      </dgm:prSet>
      <dgm:spPr/>
    </dgm:pt>
    <dgm:pt modelId="{86719F5E-D72E-4ED6-9A42-DC6207CE6F3D}" type="pres">
      <dgm:prSet presAssocID="{DA057F4A-1CF2-4E6A-8231-029218B7EA67}" presName="L2TextContainer" presStyleLbl="bgAcc1" presStyleIdx="3" presStyleCnt="5" custLinFactNeighborX="-926" custLinFactNeighborY="0"/>
      <dgm:spPr/>
    </dgm:pt>
    <dgm:pt modelId="{7C2DB0DE-9F4A-4C6D-822F-A5219BAA7B89}" type="pres">
      <dgm:prSet presAssocID="{DA057F4A-1CF2-4E6A-8231-029218B7EA67}" presName="FlexibleEmptyPlaceHolder" presStyleCnt="0"/>
      <dgm:spPr/>
    </dgm:pt>
    <dgm:pt modelId="{DE06BFEF-9E10-44A6-8CCE-7C11594473CB}" type="pres">
      <dgm:prSet presAssocID="{DA057F4A-1CF2-4E6A-8231-029218B7EA67}" presName="ConnectLine" presStyleLbl="sibTrans1D1" presStyleIdx="3" presStyleCnt="5"/>
      <dgm:spPr>
        <a:noFill/>
        <a:ln w="6350" cap="flat" cmpd="sng" algn="ctr">
          <a:solidFill>
            <a:schemeClr val="accent6">
              <a:hueOff val="0"/>
              <a:satOff val="0"/>
              <a:lumOff val="0"/>
              <a:alphaOff val="0"/>
            </a:schemeClr>
          </a:solidFill>
          <a:prstDash val="dash"/>
          <a:miter lim="800000"/>
        </a:ln>
        <a:effectLst/>
      </dgm:spPr>
    </dgm:pt>
    <dgm:pt modelId="{12173746-2E3F-4D72-90FC-C3C9AF066392}" type="pres">
      <dgm:prSet presAssocID="{DA057F4A-1CF2-4E6A-8231-029218B7EA67}" presName="ConnectorPoint" presStyleLbl="alignNode1" presStyleIdx="3" presStyleCnt="5"/>
      <dgm:spPr/>
    </dgm:pt>
    <dgm:pt modelId="{BD96BF68-13DA-492D-97BE-F3279533A0AB}" type="pres">
      <dgm:prSet presAssocID="{DA057F4A-1CF2-4E6A-8231-029218B7EA67}" presName="EmptyPlaceHolder" presStyleCnt="0"/>
      <dgm:spPr/>
    </dgm:pt>
    <dgm:pt modelId="{144A2F8D-776B-45C2-AA55-4B2E4E3A57ED}" type="pres">
      <dgm:prSet presAssocID="{44703CA5-C48A-4B75-9E1D-8901AE8A8DC7}" presName="spaceBetweenRectangles" presStyleCnt="0"/>
      <dgm:spPr/>
    </dgm:pt>
    <dgm:pt modelId="{983DE002-34B7-433D-A45D-5B37F5045C64}" type="pres">
      <dgm:prSet presAssocID="{1C2F67F9-D65A-4EC3-9009-3E7A2DF053FF}" presName="composite" presStyleCnt="0"/>
      <dgm:spPr/>
    </dgm:pt>
    <dgm:pt modelId="{024AC76F-B6A5-49CE-B623-DD8F0B99F942}" type="pres">
      <dgm:prSet presAssocID="{1C2F67F9-D65A-4EC3-9009-3E7A2DF053FF}" presName="L1TextContainer" presStyleLbl="revTx" presStyleIdx="4" presStyleCnt="5">
        <dgm:presLayoutVars>
          <dgm:chMax val="1"/>
          <dgm:chPref val="1"/>
          <dgm:bulletEnabled val="1"/>
        </dgm:presLayoutVars>
      </dgm:prSet>
      <dgm:spPr/>
    </dgm:pt>
    <dgm:pt modelId="{EA7EEA5F-01BE-4C73-846D-75763E18EED2}" type="pres">
      <dgm:prSet presAssocID="{1C2F67F9-D65A-4EC3-9009-3E7A2DF053FF}" presName="L2TextContainerWrapper" presStyleCnt="0">
        <dgm:presLayoutVars>
          <dgm:chMax val="0"/>
          <dgm:chPref val="0"/>
          <dgm:bulletEnabled val="1"/>
        </dgm:presLayoutVars>
      </dgm:prSet>
      <dgm:spPr/>
    </dgm:pt>
    <dgm:pt modelId="{7E124AE1-4C0A-4AF4-9489-C989DF5802CC}" type="pres">
      <dgm:prSet presAssocID="{1C2F67F9-D65A-4EC3-9009-3E7A2DF053FF}" presName="L2TextContainer" presStyleLbl="bgAcc1" presStyleIdx="4" presStyleCnt="5"/>
      <dgm:spPr/>
    </dgm:pt>
    <dgm:pt modelId="{F567B13C-D638-476B-9E25-A43C5DBF0EDB}" type="pres">
      <dgm:prSet presAssocID="{1C2F67F9-D65A-4EC3-9009-3E7A2DF053FF}" presName="FlexibleEmptyPlaceHolder" presStyleCnt="0"/>
      <dgm:spPr/>
    </dgm:pt>
    <dgm:pt modelId="{B52DB097-B974-43D3-8E6D-C6F755706E37}" type="pres">
      <dgm:prSet presAssocID="{1C2F67F9-D65A-4EC3-9009-3E7A2DF053FF}" presName="ConnectLine" presStyleLbl="sibTrans1D1" presStyleIdx="4" presStyleCnt="5"/>
      <dgm:spPr>
        <a:noFill/>
        <a:ln w="6350" cap="flat" cmpd="sng" algn="ctr">
          <a:solidFill>
            <a:schemeClr val="accent6">
              <a:hueOff val="0"/>
              <a:satOff val="0"/>
              <a:lumOff val="0"/>
              <a:alphaOff val="0"/>
            </a:schemeClr>
          </a:solidFill>
          <a:prstDash val="dash"/>
          <a:miter lim="800000"/>
        </a:ln>
        <a:effectLst/>
      </dgm:spPr>
    </dgm:pt>
    <dgm:pt modelId="{C68C4194-779B-412F-944B-6A116DFC2209}" type="pres">
      <dgm:prSet presAssocID="{1C2F67F9-D65A-4EC3-9009-3E7A2DF053FF}" presName="ConnectorPoint" presStyleLbl="alignNode1" presStyleIdx="4" presStyleCnt="5"/>
      <dgm:spPr/>
    </dgm:pt>
    <dgm:pt modelId="{D83B50E3-80BF-4796-A3FB-0D8BEA9D505A}" type="pres">
      <dgm:prSet presAssocID="{1C2F67F9-D65A-4EC3-9009-3E7A2DF053FF}" presName="EmptyPlaceHolder" presStyleCnt="0"/>
      <dgm:spPr/>
    </dgm:pt>
  </dgm:ptLst>
  <dgm:cxnLst>
    <dgm:cxn modelId="{5A144803-ED86-4E33-B68B-E6F206F37A17}" srcId="{C3409F74-C7FC-41E0-8C8F-A0AC45A69AC2}" destId="{4BDE2034-2757-4CD8-896C-05EB035818A6}" srcOrd="1" destOrd="0" parTransId="{FDF1447D-0AF9-4807-B400-2021EF2F6755}" sibTransId="{22235392-0809-4BF4-AAEE-51125439D9D5}"/>
    <dgm:cxn modelId="{7A662E04-6A3C-463D-9B5F-630824205134}" type="presOf" srcId="{A7E7F0C8-2A89-4150-8421-5BB44A30B5E0}" destId="{7E124AE1-4C0A-4AF4-9489-C989DF5802CC}" srcOrd="0" destOrd="0" presId="urn:microsoft.com/office/officeart/2016/7/layout/BasicTimeline"/>
    <dgm:cxn modelId="{C6A8C409-C982-497B-A710-3F93917B63B1}" type="presOf" srcId="{B625E321-194E-4A97-9803-514AC666ABD0}" destId="{0E6B3794-C0A6-41A0-B776-A2A48E997925}" srcOrd="0" destOrd="2" presId="urn:microsoft.com/office/officeart/2016/7/layout/BasicTimeline"/>
    <dgm:cxn modelId="{9CD47718-3E6E-4132-A2D7-DDDD4F09D969}" type="presOf" srcId="{526CC385-1419-433B-B40E-548471CBAEC3}" destId="{A584DA29-BAFF-40F3-B71D-5326A2BC7586}" srcOrd="0" destOrd="2" presId="urn:microsoft.com/office/officeart/2016/7/layout/BasicTimeline"/>
    <dgm:cxn modelId="{51FBCF1D-7289-435D-8D68-0186FB9EB991}" type="presOf" srcId="{C32D9C45-524A-4F32-85F7-3CD937942B58}" destId="{86719F5E-D72E-4ED6-9A42-DC6207CE6F3D}" srcOrd="0" destOrd="1" presId="urn:microsoft.com/office/officeart/2016/7/layout/BasicTimeline"/>
    <dgm:cxn modelId="{9448EA21-3B07-49DB-A22A-F45E1A4BA3C7}" srcId="{3E02D455-226F-43C1-BD12-20D2A3A7C70E}" destId="{5F442D5B-BDB7-455C-9EEE-2850690EA76E}" srcOrd="3" destOrd="0" parTransId="{931BE6EA-EAC1-47E8-ACCC-B85505E8CA71}" sibTransId="{FD16A4F3-1A01-4C5B-A535-ECC08DE02A0A}"/>
    <dgm:cxn modelId="{AEE38A2E-85A2-4CA1-B983-AC9B2127363B}" srcId="{35F62D7C-8F61-4B7A-88B4-F729297BDD28}" destId="{83F677A1-237F-401F-89DF-2CABBBE60C4F}" srcOrd="1" destOrd="0" parTransId="{C2224F8F-A20D-4C02-A821-5CB36CFECEF5}" sibTransId="{83D1D659-63D5-4484-865B-C24DED9F456C}"/>
    <dgm:cxn modelId="{4DF28B3E-2A2B-4C2A-B394-B8B46C77A687}" srcId="{4BDE2034-2757-4CD8-896C-05EB035818A6}" destId="{526CC385-1419-433B-B40E-548471CBAEC3}" srcOrd="2" destOrd="0" parTransId="{9437D734-2DF9-4EC3-BC59-E521F9582842}" sibTransId="{4E2E398D-3311-4623-B62B-F862E8A7E721}"/>
    <dgm:cxn modelId="{F6A50E61-C7AD-4875-912D-4F1A3EA00365}" type="presOf" srcId="{086BB578-DDED-4DA3-A490-7F7181F3CDA8}" destId="{0E6B3794-C0A6-41A0-B776-A2A48E997925}" srcOrd="0" destOrd="1" presId="urn:microsoft.com/office/officeart/2016/7/layout/BasicTimeline"/>
    <dgm:cxn modelId="{66A76E61-22D6-4145-BD2A-EEDC34CD0D7E}" type="presOf" srcId="{83F677A1-237F-401F-89DF-2CABBBE60C4F}" destId="{BD31697A-69EA-4F94-BADB-0AB15C2A7040}" srcOrd="0" destOrd="1" presId="urn:microsoft.com/office/officeart/2016/7/layout/BasicTimeline"/>
    <dgm:cxn modelId="{40DA1746-5F47-4FE8-837F-12F7615A6C97}" type="presOf" srcId="{35F62D7C-8F61-4B7A-88B4-F729297BDD28}" destId="{83B568B0-0CC5-4818-9702-1075558BD6B8}" srcOrd="0" destOrd="0" presId="urn:microsoft.com/office/officeart/2016/7/layout/BasicTimeline"/>
    <dgm:cxn modelId="{2D34F047-C33E-409F-8AE6-CF8CF1197CAC}" type="presOf" srcId="{DA057F4A-1CF2-4E6A-8231-029218B7EA67}" destId="{B22D4B04-64D8-462E-ACF9-66C43B88EBE8}" srcOrd="0" destOrd="0" presId="urn:microsoft.com/office/officeart/2016/7/layout/BasicTimeline"/>
    <dgm:cxn modelId="{5870A769-3E49-462B-AA1F-951ECDA14F3B}" type="presOf" srcId="{C3409F74-C7FC-41E0-8C8F-A0AC45A69AC2}" destId="{4D9116E3-53BD-42A7-9463-45949F3FB802}" srcOrd="0" destOrd="0" presId="urn:microsoft.com/office/officeart/2016/7/layout/BasicTimeline"/>
    <dgm:cxn modelId="{ED80C04A-32E6-4A8A-8C33-2C9FA98BAD85}" type="presOf" srcId="{92A9C3C9-72C5-4EC0-87EF-382E726E2252}" destId="{86719F5E-D72E-4ED6-9A42-DC6207CE6F3D}" srcOrd="0" destOrd="0" presId="urn:microsoft.com/office/officeart/2016/7/layout/BasicTimeline"/>
    <dgm:cxn modelId="{1F08734B-BF7B-469D-981D-486B93085C8A}" srcId="{C3409F74-C7FC-41E0-8C8F-A0AC45A69AC2}" destId="{35F62D7C-8F61-4B7A-88B4-F729297BDD28}" srcOrd="0" destOrd="0" parTransId="{43DC9386-70C8-4841-A50F-7EA70625880B}" sibTransId="{DD3C50BB-53B3-4C46-A660-60B821D32E2A}"/>
    <dgm:cxn modelId="{71EBAF4F-1362-45C7-B640-2B188F32D48F}" type="presOf" srcId="{3E02D455-226F-43C1-BD12-20D2A3A7C70E}" destId="{C0920F3B-5DCE-460C-9C42-FF655257BF9A}" srcOrd="0" destOrd="0" presId="urn:microsoft.com/office/officeart/2016/7/layout/BasicTimeline"/>
    <dgm:cxn modelId="{836F8F71-01B7-4077-B468-5F91240BD32C}" srcId="{35F62D7C-8F61-4B7A-88B4-F729297BDD28}" destId="{CF0B83E0-FFC8-4440-BE08-8976ABA7110C}" srcOrd="2" destOrd="0" parTransId="{EC0FAF7D-9B90-4C23-AD86-67729E45964A}" sibTransId="{2CD01046-5481-4ED1-895C-CC5F42C02354}"/>
    <dgm:cxn modelId="{752ED174-9E59-4BCF-9838-58FA56BAFA3C}" srcId="{35F62D7C-8F61-4B7A-88B4-F729297BDD28}" destId="{C50923DB-79D8-4619-8335-ED33918B54B8}" srcOrd="0" destOrd="0" parTransId="{0C332A6A-52A0-4131-99AA-FA1F6B0672EB}" sibTransId="{C8E5A3B1-762F-4D5F-83DD-53DD2211A22B}"/>
    <dgm:cxn modelId="{A1B4C856-C41E-44F8-84CF-C5B3A0437146}" srcId="{3E02D455-226F-43C1-BD12-20D2A3A7C70E}" destId="{B625E321-194E-4A97-9803-514AC666ABD0}" srcOrd="2" destOrd="0" parTransId="{40CBB6F8-BE93-4A01-9257-156B9749FB47}" sibTransId="{6EF12B9B-701A-4E62-97FC-C7D9A94E0002}"/>
    <dgm:cxn modelId="{4867BE77-13DC-40A7-A414-DEF492B4FDFC}" srcId="{C3409F74-C7FC-41E0-8C8F-A0AC45A69AC2}" destId="{DA057F4A-1CF2-4E6A-8231-029218B7EA67}" srcOrd="3" destOrd="0" parTransId="{B91E8643-6F29-410D-B18B-8651D6978955}" sibTransId="{44703CA5-C48A-4B75-9E1D-8901AE8A8DC7}"/>
    <dgm:cxn modelId="{476ACD57-6A1C-4090-B906-0F0D86D3E525}" srcId="{3E02D455-226F-43C1-BD12-20D2A3A7C70E}" destId="{086BB578-DDED-4DA3-A490-7F7181F3CDA8}" srcOrd="1" destOrd="0" parTransId="{0F37E6C2-9993-4ECE-90C4-8F40FC013E91}" sibTransId="{55D254A7-A605-4EE4-910C-7E8CA74B936A}"/>
    <dgm:cxn modelId="{6EF6787B-41DF-4844-AB13-BF69435BBDFE}" type="presOf" srcId="{1C2F67F9-D65A-4EC3-9009-3E7A2DF053FF}" destId="{024AC76F-B6A5-49CE-B623-DD8F0B99F942}" srcOrd="0" destOrd="0" presId="urn:microsoft.com/office/officeart/2016/7/layout/BasicTimeline"/>
    <dgm:cxn modelId="{35F8E57C-36CF-456E-B4C6-354E01D2F5A7}" type="presOf" srcId="{4BDE2034-2757-4CD8-896C-05EB035818A6}" destId="{39047A4A-1BB9-4F9C-AC56-C351280BAE7F}" srcOrd="0" destOrd="0" presId="urn:microsoft.com/office/officeart/2016/7/layout/BasicTimeline"/>
    <dgm:cxn modelId="{33E72C86-238B-4C87-BC76-402E542B8CF4}" type="presOf" srcId="{BB8AF71C-42AA-424F-8CD0-9D216AAEC411}" destId="{0E6B3794-C0A6-41A0-B776-A2A48E997925}" srcOrd="0" destOrd="0" presId="urn:microsoft.com/office/officeart/2016/7/layout/BasicTimeline"/>
    <dgm:cxn modelId="{F3E7B98B-6B79-465C-97E6-A8A9C723393C}" type="presOf" srcId="{F3EC6086-198E-4677-B58F-9C3515BAA863}" destId="{86719F5E-D72E-4ED6-9A42-DC6207CE6F3D}" srcOrd="0" destOrd="2" presId="urn:microsoft.com/office/officeart/2016/7/layout/BasicTimeline"/>
    <dgm:cxn modelId="{AE1158A3-9D44-41A6-88F4-3085A414E427}" srcId="{C3409F74-C7FC-41E0-8C8F-A0AC45A69AC2}" destId="{3E02D455-226F-43C1-BD12-20D2A3A7C70E}" srcOrd="2" destOrd="0" parTransId="{FA1AEB6E-97CD-42D4-A81A-6B1A66B05646}" sibTransId="{160F78AA-F2B6-416F-B03D-FE48E2FB3FDB}"/>
    <dgm:cxn modelId="{A1C2C1A7-AC0B-45D9-9830-89944EE7B249}" type="presOf" srcId="{008B7D3F-C8E1-40FE-ABAE-4BF45EF19AE4}" destId="{A584DA29-BAFF-40F3-B71D-5326A2BC7586}" srcOrd="0" destOrd="1" presId="urn:microsoft.com/office/officeart/2016/7/layout/BasicTimeline"/>
    <dgm:cxn modelId="{67AFAAAD-B30F-4A60-93A7-44D2F57078AE}" srcId="{DA057F4A-1CF2-4E6A-8231-029218B7EA67}" destId="{F3EC6086-198E-4677-B58F-9C3515BAA863}" srcOrd="2" destOrd="0" parTransId="{2B3C6100-980B-424A-B6F8-853BD08D3A9C}" sibTransId="{2CEBE719-7D12-4B92-8C8D-BF0A3A0B4B17}"/>
    <dgm:cxn modelId="{F9A769B7-785D-40E0-A5A0-026143689C72}" srcId="{DA057F4A-1CF2-4E6A-8231-029218B7EA67}" destId="{C32D9C45-524A-4F32-85F7-3CD937942B58}" srcOrd="1" destOrd="0" parTransId="{D37087EB-99EF-4180-BE39-507B7C15964D}" sibTransId="{E0448AE1-7589-4733-879C-A82573A627C1}"/>
    <dgm:cxn modelId="{515F95B9-81FB-49F2-ADB7-28C4E100D31F}" srcId="{C3409F74-C7FC-41E0-8C8F-A0AC45A69AC2}" destId="{1C2F67F9-D65A-4EC3-9009-3E7A2DF053FF}" srcOrd="4" destOrd="0" parTransId="{CA083DE3-24F2-43D3-BAC9-34AD57CEF5DE}" sibTransId="{8EE12EC7-7AE1-4EB4-B7CA-758728AC0513}"/>
    <dgm:cxn modelId="{73CC81C3-C4E9-477B-8B0E-9A1CB8F3A1F0}" type="presOf" srcId="{CF0B83E0-FFC8-4440-BE08-8976ABA7110C}" destId="{BD31697A-69EA-4F94-BADB-0AB15C2A7040}" srcOrd="0" destOrd="2" presId="urn:microsoft.com/office/officeart/2016/7/layout/BasicTimeline"/>
    <dgm:cxn modelId="{9387E0CB-B991-4E5C-9200-6659D12173D6}" type="presOf" srcId="{5F442D5B-BDB7-455C-9EEE-2850690EA76E}" destId="{0E6B3794-C0A6-41A0-B776-A2A48E997925}" srcOrd="0" destOrd="3" presId="urn:microsoft.com/office/officeart/2016/7/layout/BasicTimeline"/>
    <dgm:cxn modelId="{82C25ACC-008F-4B9C-886E-1FCFCBC9F3A0}" srcId="{DA057F4A-1CF2-4E6A-8231-029218B7EA67}" destId="{92A9C3C9-72C5-4EC0-87EF-382E726E2252}" srcOrd="0" destOrd="0" parTransId="{35E451BB-5A5D-4D21-BFF5-9991AB781E07}" sibTransId="{155EC180-F4AB-4265-9126-55EB9AAF6372}"/>
    <dgm:cxn modelId="{7DDD24D9-06AF-4948-9E87-F39672AF96C7}" srcId="{1C2F67F9-D65A-4EC3-9009-3E7A2DF053FF}" destId="{A7E7F0C8-2A89-4150-8421-5BB44A30B5E0}" srcOrd="0" destOrd="0" parTransId="{E93A8228-ABF2-4620-A41B-0D161E3F47F8}" sibTransId="{F582C831-A13D-4D40-A8F2-2DAC321E9388}"/>
    <dgm:cxn modelId="{C74A42D9-C225-49B1-93B6-113AA150CFB1}" srcId="{4BDE2034-2757-4CD8-896C-05EB035818A6}" destId="{008B7D3F-C8E1-40FE-ABAE-4BF45EF19AE4}" srcOrd="1" destOrd="0" parTransId="{1EDB1864-F8CD-4EE9-A594-EFAD0A13EA9D}" sibTransId="{96532C21-F293-4417-9B45-07B0F906717C}"/>
    <dgm:cxn modelId="{A09DBAE5-B1FD-41DC-8765-AAE8AEACEBC2}" type="presOf" srcId="{C50923DB-79D8-4619-8335-ED33918B54B8}" destId="{BD31697A-69EA-4F94-BADB-0AB15C2A7040}" srcOrd="0" destOrd="0" presId="urn:microsoft.com/office/officeart/2016/7/layout/BasicTimeline"/>
    <dgm:cxn modelId="{DA7DC6EA-DD92-4F26-9AD8-BBB009D913F6}" srcId="{4BDE2034-2757-4CD8-896C-05EB035818A6}" destId="{E3F2D787-FA8F-4CAD-B2C5-E93E34F2B51B}" srcOrd="0" destOrd="0" parTransId="{609B8148-024E-467E-B99C-CB7F64432522}" sibTransId="{A4DDC8E3-EC41-4088-BD8C-D930DC973661}"/>
    <dgm:cxn modelId="{9752BDEE-755A-423D-9654-9620EAC25E01}" type="presOf" srcId="{E3F2D787-FA8F-4CAD-B2C5-E93E34F2B51B}" destId="{A584DA29-BAFF-40F3-B71D-5326A2BC7586}" srcOrd="0" destOrd="0" presId="urn:microsoft.com/office/officeart/2016/7/layout/BasicTimeline"/>
    <dgm:cxn modelId="{4AE465F9-2774-4BDC-9D60-16B857E8A3AD}" srcId="{3E02D455-226F-43C1-BD12-20D2A3A7C70E}" destId="{BB8AF71C-42AA-424F-8CD0-9D216AAEC411}" srcOrd="0" destOrd="0" parTransId="{60084CE4-ED03-4CC7-BD53-DE2C5C057375}" sibTransId="{2D2C2CB5-DBB8-44BB-97C2-3BB87C636FA2}"/>
    <dgm:cxn modelId="{CCCB2C5A-0D6B-45E7-ADF9-456FB103C017}" type="presParOf" srcId="{4D9116E3-53BD-42A7-9463-45949F3FB802}" destId="{E9A211CB-9873-4AFD-A1C3-3C847C9988BD}" srcOrd="0" destOrd="0" presId="urn:microsoft.com/office/officeart/2016/7/layout/BasicTimeline"/>
    <dgm:cxn modelId="{E1894B22-C77C-475E-9FA3-4ED04585EEAF}" type="presParOf" srcId="{4D9116E3-53BD-42A7-9463-45949F3FB802}" destId="{97742AEA-C488-458D-8792-3E13C6E59A0D}" srcOrd="1" destOrd="0" presId="urn:microsoft.com/office/officeart/2016/7/layout/BasicTimeline"/>
    <dgm:cxn modelId="{7B0A0957-23E0-462A-9E87-A5CFF3C78DC9}" type="presParOf" srcId="{97742AEA-C488-458D-8792-3E13C6E59A0D}" destId="{82DF943E-11D4-41E0-AEF8-FB041A5CD0C9}" srcOrd="0" destOrd="0" presId="urn:microsoft.com/office/officeart/2016/7/layout/BasicTimeline"/>
    <dgm:cxn modelId="{8AB5F9BA-5E08-42D2-9FEB-FFF3F63C0CD5}" type="presParOf" srcId="{82DF943E-11D4-41E0-AEF8-FB041A5CD0C9}" destId="{83B568B0-0CC5-4818-9702-1075558BD6B8}" srcOrd="0" destOrd="0" presId="urn:microsoft.com/office/officeart/2016/7/layout/BasicTimeline"/>
    <dgm:cxn modelId="{5D3E06BD-1C09-4732-8A25-A5541C337D2C}" type="presParOf" srcId="{82DF943E-11D4-41E0-AEF8-FB041A5CD0C9}" destId="{0319952A-6191-47A1-941B-A082CDF44F52}" srcOrd="1" destOrd="0" presId="urn:microsoft.com/office/officeart/2016/7/layout/BasicTimeline"/>
    <dgm:cxn modelId="{8CD05573-930C-4F4A-94D9-A29FE589B67C}" type="presParOf" srcId="{0319952A-6191-47A1-941B-A082CDF44F52}" destId="{BD31697A-69EA-4F94-BADB-0AB15C2A7040}" srcOrd="0" destOrd="0" presId="urn:microsoft.com/office/officeart/2016/7/layout/BasicTimeline"/>
    <dgm:cxn modelId="{C9261924-59A8-42F6-A761-36435E438319}" type="presParOf" srcId="{0319952A-6191-47A1-941B-A082CDF44F52}" destId="{8F2250A5-7AD1-47FA-AD38-BAC1833123BF}" srcOrd="1" destOrd="0" presId="urn:microsoft.com/office/officeart/2016/7/layout/BasicTimeline"/>
    <dgm:cxn modelId="{49D9B389-8D9B-4BA8-BC9A-4A19437A801A}" type="presParOf" srcId="{82DF943E-11D4-41E0-AEF8-FB041A5CD0C9}" destId="{E37540BC-9E48-42CB-8D03-5CF188F0790A}" srcOrd="2" destOrd="0" presId="urn:microsoft.com/office/officeart/2016/7/layout/BasicTimeline"/>
    <dgm:cxn modelId="{7BDEA8FE-FF3B-408C-95B5-9AFBB4052713}" type="presParOf" srcId="{82DF943E-11D4-41E0-AEF8-FB041A5CD0C9}" destId="{85436A6F-9562-4CEC-9576-54636E7FBC66}" srcOrd="3" destOrd="0" presId="urn:microsoft.com/office/officeart/2016/7/layout/BasicTimeline"/>
    <dgm:cxn modelId="{E1137861-E542-4192-AD09-2F9BF5EBD3BB}" type="presParOf" srcId="{82DF943E-11D4-41E0-AEF8-FB041A5CD0C9}" destId="{1C119F1C-E087-40F9-94AD-6C14A3F4BA94}" srcOrd="4" destOrd="0" presId="urn:microsoft.com/office/officeart/2016/7/layout/BasicTimeline"/>
    <dgm:cxn modelId="{5B06436D-9BE0-4961-94FE-639BE7618AB1}" type="presParOf" srcId="{97742AEA-C488-458D-8792-3E13C6E59A0D}" destId="{80E2C711-4BC8-4FE2-85E0-4BC05C277005}" srcOrd="1" destOrd="0" presId="urn:microsoft.com/office/officeart/2016/7/layout/BasicTimeline"/>
    <dgm:cxn modelId="{B28275C3-4897-4099-9594-01E74AEDE25D}" type="presParOf" srcId="{97742AEA-C488-458D-8792-3E13C6E59A0D}" destId="{BCE109FE-1833-4303-862D-6ED6A45C7701}" srcOrd="2" destOrd="0" presId="urn:microsoft.com/office/officeart/2016/7/layout/BasicTimeline"/>
    <dgm:cxn modelId="{3FB7FF62-12B3-49C7-B8DC-C01507C61FE2}" type="presParOf" srcId="{BCE109FE-1833-4303-862D-6ED6A45C7701}" destId="{39047A4A-1BB9-4F9C-AC56-C351280BAE7F}" srcOrd="0" destOrd="0" presId="urn:microsoft.com/office/officeart/2016/7/layout/BasicTimeline"/>
    <dgm:cxn modelId="{21143FA6-413C-429D-A41B-ABA24836FC1B}" type="presParOf" srcId="{BCE109FE-1833-4303-862D-6ED6A45C7701}" destId="{7FDAEF90-4F7A-443A-B43A-ED660B53B081}" srcOrd="1" destOrd="0" presId="urn:microsoft.com/office/officeart/2016/7/layout/BasicTimeline"/>
    <dgm:cxn modelId="{462E599D-C89E-427C-8DE5-53F3DD9AC417}" type="presParOf" srcId="{7FDAEF90-4F7A-443A-B43A-ED660B53B081}" destId="{A584DA29-BAFF-40F3-B71D-5326A2BC7586}" srcOrd="0" destOrd="0" presId="urn:microsoft.com/office/officeart/2016/7/layout/BasicTimeline"/>
    <dgm:cxn modelId="{78BB61E5-6611-46D5-BFBE-044973B7A09D}" type="presParOf" srcId="{7FDAEF90-4F7A-443A-B43A-ED660B53B081}" destId="{D19CB593-19AA-46D0-B5C9-8B0C61242F37}" srcOrd="1" destOrd="0" presId="urn:microsoft.com/office/officeart/2016/7/layout/BasicTimeline"/>
    <dgm:cxn modelId="{986CBFDD-52FD-4C33-A9F2-666A9DB48401}" type="presParOf" srcId="{BCE109FE-1833-4303-862D-6ED6A45C7701}" destId="{FA28B161-721F-4047-A234-F1AF40CC449A}" srcOrd="2" destOrd="0" presId="urn:microsoft.com/office/officeart/2016/7/layout/BasicTimeline"/>
    <dgm:cxn modelId="{D7BF7FA3-C475-4651-8FD6-5271F4200B5E}" type="presParOf" srcId="{BCE109FE-1833-4303-862D-6ED6A45C7701}" destId="{8E6B3365-6474-40CB-A356-4B9968358698}" srcOrd="3" destOrd="0" presId="urn:microsoft.com/office/officeart/2016/7/layout/BasicTimeline"/>
    <dgm:cxn modelId="{2F706407-5585-4DCF-BC57-8599F2B1E7C8}" type="presParOf" srcId="{BCE109FE-1833-4303-862D-6ED6A45C7701}" destId="{BEEC00F0-96B4-4F9E-8E35-87E4CBD59F32}" srcOrd="4" destOrd="0" presId="urn:microsoft.com/office/officeart/2016/7/layout/BasicTimeline"/>
    <dgm:cxn modelId="{7080FD2F-2FC9-4365-83F5-A0DAEE00C56F}" type="presParOf" srcId="{97742AEA-C488-458D-8792-3E13C6E59A0D}" destId="{641E7343-4DE0-49FF-9F73-5CF9965C762F}" srcOrd="3" destOrd="0" presId="urn:microsoft.com/office/officeart/2016/7/layout/BasicTimeline"/>
    <dgm:cxn modelId="{DA79B495-3AD6-4D3F-80F0-8A6AF4BD733D}" type="presParOf" srcId="{97742AEA-C488-458D-8792-3E13C6E59A0D}" destId="{01FA64FE-2035-41B6-A378-17B33A1D5FFB}" srcOrd="4" destOrd="0" presId="urn:microsoft.com/office/officeart/2016/7/layout/BasicTimeline"/>
    <dgm:cxn modelId="{5CFAC5E6-0475-4072-AAE4-5BFBCEA95155}" type="presParOf" srcId="{01FA64FE-2035-41B6-A378-17B33A1D5FFB}" destId="{C0920F3B-5DCE-460C-9C42-FF655257BF9A}" srcOrd="0" destOrd="0" presId="urn:microsoft.com/office/officeart/2016/7/layout/BasicTimeline"/>
    <dgm:cxn modelId="{D172D0AC-04A8-4B2F-A3EE-B7826B94780F}" type="presParOf" srcId="{01FA64FE-2035-41B6-A378-17B33A1D5FFB}" destId="{B9EF2107-6991-451C-8F71-B7BE2BEDC9FE}" srcOrd="1" destOrd="0" presId="urn:microsoft.com/office/officeart/2016/7/layout/BasicTimeline"/>
    <dgm:cxn modelId="{1A1E2FFF-318C-4F3D-9DB6-87D1CBEBF472}" type="presParOf" srcId="{B9EF2107-6991-451C-8F71-B7BE2BEDC9FE}" destId="{0E6B3794-C0A6-41A0-B776-A2A48E997925}" srcOrd="0" destOrd="0" presId="urn:microsoft.com/office/officeart/2016/7/layout/BasicTimeline"/>
    <dgm:cxn modelId="{2DB7DDA8-0D1F-412E-B56E-3CF631E09714}" type="presParOf" srcId="{B9EF2107-6991-451C-8F71-B7BE2BEDC9FE}" destId="{7C57C47B-CA1A-4D16-80B7-B6503F8F1815}" srcOrd="1" destOrd="0" presId="urn:microsoft.com/office/officeart/2016/7/layout/BasicTimeline"/>
    <dgm:cxn modelId="{BD4034EF-89D1-43A8-BE1B-3D071D7D9345}" type="presParOf" srcId="{01FA64FE-2035-41B6-A378-17B33A1D5FFB}" destId="{1A5FFA22-1D71-4DE0-9BB0-249FB095D046}" srcOrd="2" destOrd="0" presId="urn:microsoft.com/office/officeart/2016/7/layout/BasicTimeline"/>
    <dgm:cxn modelId="{8BD712DB-7B94-4D66-A8CF-E9FE5906BD0B}" type="presParOf" srcId="{01FA64FE-2035-41B6-A378-17B33A1D5FFB}" destId="{B646AC7B-9ED0-4AA3-BA2E-E6CB0FBE7A7B}" srcOrd="3" destOrd="0" presId="urn:microsoft.com/office/officeart/2016/7/layout/BasicTimeline"/>
    <dgm:cxn modelId="{4EA46F7C-EC15-4A8D-8663-468A7BABFD4C}" type="presParOf" srcId="{01FA64FE-2035-41B6-A378-17B33A1D5FFB}" destId="{64FAD1A5-2B25-4D7C-83F6-04198E416CA3}" srcOrd="4" destOrd="0" presId="urn:microsoft.com/office/officeart/2016/7/layout/BasicTimeline"/>
    <dgm:cxn modelId="{A6B23DCB-8557-46F1-83B2-EF9BBC9DC712}" type="presParOf" srcId="{97742AEA-C488-458D-8792-3E13C6E59A0D}" destId="{730591C9-00B3-4919-8548-C20721B39A2E}" srcOrd="5" destOrd="0" presId="urn:microsoft.com/office/officeart/2016/7/layout/BasicTimeline"/>
    <dgm:cxn modelId="{53ABABA3-EB9E-4535-85C1-E4B13DEBC0E2}" type="presParOf" srcId="{97742AEA-C488-458D-8792-3E13C6E59A0D}" destId="{B27DE932-E0C1-4DB9-A5FE-30E3946A8ECC}" srcOrd="6" destOrd="0" presId="urn:microsoft.com/office/officeart/2016/7/layout/BasicTimeline"/>
    <dgm:cxn modelId="{9D35DAFD-4AA7-410D-A106-8DF87A5382A9}" type="presParOf" srcId="{B27DE932-E0C1-4DB9-A5FE-30E3946A8ECC}" destId="{B22D4B04-64D8-462E-ACF9-66C43B88EBE8}" srcOrd="0" destOrd="0" presId="urn:microsoft.com/office/officeart/2016/7/layout/BasicTimeline"/>
    <dgm:cxn modelId="{9ED311F7-7C4E-44C8-9BC3-7480493287AE}" type="presParOf" srcId="{B27DE932-E0C1-4DB9-A5FE-30E3946A8ECC}" destId="{60DAC70C-7105-491E-8276-4E71E3E26D94}" srcOrd="1" destOrd="0" presId="urn:microsoft.com/office/officeart/2016/7/layout/BasicTimeline"/>
    <dgm:cxn modelId="{01A6810C-D677-40AD-A31A-4333B1E150B2}" type="presParOf" srcId="{60DAC70C-7105-491E-8276-4E71E3E26D94}" destId="{86719F5E-D72E-4ED6-9A42-DC6207CE6F3D}" srcOrd="0" destOrd="0" presId="urn:microsoft.com/office/officeart/2016/7/layout/BasicTimeline"/>
    <dgm:cxn modelId="{7E4976E7-9324-4B1C-A69A-A74536F1EA07}" type="presParOf" srcId="{60DAC70C-7105-491E-8276-4E71E3E26D94}" destId="{7C2DB0DE-9F4A-4C6D-822F-A5219BAA7B89}" srcOrd="1" destOrd="0" presId="urn:microsoft.com/office/officeart/2016/7/layout/BasicTimeline"/>
    <dgm:cxn modelId="{A090539F-BA85-4305-87FD-96238C947576}" type="presParOf" srcId="{B27DE932-E0C1-4DB9-A5FE-30E3946A8ECC}" destId="{DE06BFEF-9E10-44A6-8CCE-7C11594473CB}" srcOrd="2" destOrd="0" presId="urn:microsoft.com/office/officeart/2016/7/layout/BasicTimeline"/>
    <dgm:cxn modelId="{403B16AC-5807-4756-B352-442CB0A82AC2}" type="presParOf" srcId="{B27DE932-E0C1-4DB9-A5FE-30E3946A8ECC}" destId="{12173746-2E3F-4D72-90FC-C3C9AF066392}" srcOrd="3" destOrd="0" presId="urn:microsoft.com/office/officeart/2016/7/layout/BasicTimeline"/>
    <dgm:cxn modelId="{CAEC0E09-BF12-4486-B086-BFF73B48D086}" type="presParOf" srcId="{B27DE932-E0C1-4DB9-A5FE-30E3946A8ECC}" destId="{BD96BF68-13DA-492D-97BE-F3279533A0AB}" srcOrd="4" destOrd="0" presId="urn:microsoft.com/office/officeart/2016/7/layout/BasicTimeline"/>
    <dgm:cxn modelId="{126FB766-495F-4F1C-A899-6D4743B764F2}" type="presParOf" srcId="{97742AEA-C488-458D-8792-3E13C6E59A0D}" destId="{144A2F8D-776B-45C2-AA55-4B2E4E3A57ED}" srcOrd="7" destOrd="0" presId="urn:microsoft.com/office/officeart/2016/7/layout/BasicTimeline"/>
    <dgm:cxn modelId="{0F273F2A-7BBD-47EA-8DB3-5B2905FB751D}" type="presParOf" srcId="{97742AEA-C488-458D-8792-3E13C6E59A0D}" destId="{983DE002-34B7-433D-A45D-5B37F5045C64}" srcOrd="8" destOrd="0" presId="urn:microsoft.com/office/officeart/2016/7/layout/BasicTimeline"/>
    <dgm:cxn modelId="{78B0F133-B798-4F6B-BA70-CD8E33DE1CAB}" type="presParOf" srcId="{983DE002-34B7-433D-A45D-5B37F5045C64}" destId="{024AC76F-B6A5-49CE-B623-DD8F0B99F942}" srcOrd="0" destOrd="0" presId="urn:microsoft.com/office/officeart/2016/7/layout/BasicTimeline"/>
    <dgm:cxn modelId="{C6AE4C71-6208-42C2-A6A0-7D6234162B75}" type="presParOf" srcId="{983DE002-34B7-433D-A45D-5B37F5045C64}" destId="{EA7EEA5F-01BE-4C73-846D-75763E18EED2}" srcOrd="1" destOrd="0" presId="urn:microsoft.com/office/officeart/2016/7/layout/BasicTimeline"/>
    <dgm:cxn modelId="{1B1E9CD3-6E94-4279-A708-4462CB9B09AF}" type="presParOf" srcId="{EA7EEA5F-01BE-4C73-846D-75763E18EED2}" destId="{7E124AE1-4C0A-4AF4-9489-C989DF5802CC}" srcOrd="0" destOrd="0" presId="urn:microsoft.com/office/officeart/2016/7/layout/BasicTimeline"/>
    <dgm:cxn modelId="{56F2D4C3-5BD2-4460-B816-C4A6AACFDD7D}" type="presParOf" srcId="{EA7EEA5F-01BE-4C73-846D-75763E18EED2}" destId="{F567B13C-D638-476B-9E25-A43C5DBF0EDB}" srcOrd="1" destOrd="0" presId="urn:microsoft.com/office/officeart/2016/7/layout/BasicTimeline"/>
    <dgm:cxn modelId="{6C90EC5B-DE7B-44F4-87C0-45B7CBE2C499}" type="presParOf" srcId="{983DE002-34B7-433D-A45D-5B37F5045C64}" destId="{B52DB097-B974-43D3-8E6D-C6F755706E37}" srcOrd="2" destOrd="0" presId="urn:microsoft.com/office/officeart/2016/7/layout/BasicTimeline"/>
    <dgm:cxn modelId="{2096AF1A-3E87-424C-878F-D2E6F45076DF}" type="presParOf" srcId="{983DE002-34B7-433D-A45D-5B37F5045C64}" destId="{C68C4194-779B-412F-944B-6A116DFC2209}" srcOrd="3" destOrd="0" presId="urn:microsoft.com/office/officeart/2016/7/layout/BasicTimeline"/>
    <dgm:cxn modelId="{5511E947-FDEC-4641-8D6E-37DB73FD068F}" type="presParOf" srcId="{983DE002-34B7-433D-A45D-5B37F5045C64}" destId="{D83B50E3-80BF-4796-A3FB-0D8BEA9D505A}" srcOrd="4" destOrd="0" presId="urn:microsoft.com/office/officeart/2016/7/layout/BasicTimeline"/>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A211CB-9873-4AFD-A1C3-3C847C9988BD}">
      <dsp:nvSpPr>
        <dsp:cNvPr id="0" name=""/>
        <dsp:cNvSpPr/>
      </dsp:nvSpPr>
      <dsp:spPr>
        <a:xfrm>
          <a:off x="0" y="2388678"/>
          <a:ext cx="11464487" cy="0"/>
        </a:xfrm>
        <a:prstGeom prst="line">
          <a:avLst/>
        </a:prstGeom>
        <a:solidFill>
          <a:schemeClr val="accent6">
            <a:alpha val="90000"/>
            <a:tint val="40000"/>
            <a:hueOff val="0"/>
            <a:satOff val="0"/>
            <a:lumOff val="0"/>
            <a:alphaOff val="0"/>
          </a:schemeClr>
        </a:solidFill>
        <a:ln w="12700" cap="flat" cmpd="sng" algn="ctr">
          <a:solidFill>
            <a:schemeClr val="accent6">
              <a:alpha val="90000"/>
              <a:tint val="4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83B568B0-0CC5-4818-9702-1075558BD6B8}">
      <dsp:nvSpPr>
        <dsp:cNvPr id="0" name=""/>
        <dsp:cNvSpPr/>
      </dsp:nvSpPr>
      <dsp:spPr>
        <a:xfrm>
          <a:off x="214959" y="2565440"/>
          <a:ext cx="3034506" cy="5398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a:t>… 2014</a:t>
          </a:r>
        </a:p>
      </dsp:txBody>
      <dsp:txXfrm>
        <a:off x="214959" y="2565440"/>
        <a:ext cx="3034506" cy="539841"/>
      </dsp:txXfrm>
    </dsp:sp>
    <dsp:sp modelId="{BD31697A-69EA-4F94-BADB-0AB15C2A7040}">
      <dsp:nvSpPr>
        <dsp:cNvPr id="0" name=""/>
        <dsp:cNvSpPr/>
      </dsp:nvSpPr>
      <dsp:spPr>
        <a:xfrm>
          <a:off x="8060" y="80991"/>
          <a:ext cx="3448302" cy="1399989"/>
        </a:xfrm>
        <a:prstGeom prst="roundRect">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4460" tIns="124460" rIns="124460" bIns="124460" numCol="1" spcCol="1270" anchor="ctr" anchorCtr="0">
          <a:noAutofit/>
        </a:bodyPr>
        <a:lstStyle/>
        <a:p>
          <a:pPr marL="0" lvl="0" indent="0" algn="l" defTabSz="622300">
            <a:lnSpc>
              <a:spcPct val="90000"/>
            </a:lnSpc>
            <a:spcBef>
              <a:spcPct val="0"/>
            </a:spcBef>
            <a:spcAft>
              <a:spcPct val="35000"/>
            </a:spcAft>
            <a:buNone/>
          </a:pPr>
          <a:r>
            <a:rPr lang="en-US" sz="1400" kern="1200"/>
            <a:t>GIS import / export</a:t>
          </a:r>
        </a:p>
        <a:p>
          <a:pPr marL="0" lvl="0" indent="0" algn="l" defTabSz="622300">
            <a:lnSpc>
              <a:spcPct val="90000"/>
            </a:lnSpc>
            <a:spcBef>
              <a:spcPct val="0"/>
            </a:spcBef>
            <a:spcAft>
              <a:spcPct val="35000"/>
            </a:spcAft>
            <a:buNone/>
          </a:pPr>
          <a:r>
            <a:rPr lang="en-US" sz="1400" kern="1200"/>
            <a:t>SaaS. 24/7</a:t>
          </a:r>
          <a:endParaRPr lang="en-US" sz="2000" kern="1200"/>
        </a:p>
        <a:p>
          <a:pPr marL="0" lvl="0" indent="0" algn="l" defTabSz="622300">
            <a:lnSpc>
              <a:spcPct val="90000"/>
            </a:lnSpc>
            <a:spcBef>
              <a:spcPct val="0"/>
            </a:spcBef>
            <a:spcAft>
              <a:spcPct val="35000"/>
            </a:spcAft>
            <a:buNone/>
          </a:pPr>
          <a:r>
            <a:rPr lang="en-US" sz="1400" kern="1200"/>
            <a:t>Beheer, onderhoud en support</a:t>
          </a:r>
        </a:p>
        <a:p>
          <a:pPr marL="0" lvl="0" indent="0" algn="l" defTabSz="622300">
            <a:lnSpc>
              <a:spcPct val="90000"/>
            </a:lnSpc>
            <a:spcBef>
              <a:spcPct val="0"/>
            </a:spcBef>
            <a:spcAft>
              <a:spcPct val="35000"/>
            </a:spcAft>
            <a:buNone/>
          </a:pPr>
          <a:r>
            <a:rPr lang="en-US" sz="1400" kern="1200"/>
            <a:t>API</a:t>
          </a:r>
        </a:p>
      </dsp:txBody>
      <dsp:txXfrm>
        <a:off x="76402" y="149333"/>
        <a:ext cx="3311618" cy="1263305"/>
      </dsp:txXfrm>
    </dsp:sp>
    <dsp:sp modelId="{E37540BC-9E48-42CB-8D03-5CF188F0790A}">
      <dsp:nvSpPr>
        <dsp:cNvPr id="0" name=""/>
        <dsp:cNvSpPr/>
      </dsp:nvSpPr>
      <dsp:spPr>
        <a:xfrm>
          <a:off x="1732212" y="1480980"/>
          <a:ext cx="0" cy="907697"/>
        </a:xfrm>
        <a:prstGeom prst="line">
          <a:avLst/>
        </a:prstGeom>
        <a:noFill/>
        <a:ln w="6350" cap="flat" cmpd="sng" algn="ctr">
          <a:solidFill>
            <a:schemeClr val="accent6">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39047A4A-1BB9-4F9C-AC56-C351280BAE7F}">
      <dsp:nvSpPr>
        <dsp:cNvPr id="0" name=""/>
        <dsp:cNvSpPr/>
      </dsp:nvSpPr>
      <dsp:spPr>
        <a:xfrm>
          <a:off x="2214974" y="1672074"/>
          <a:ext cx="3034506" cy="5398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a:t>2014–2016</a:t>
          </a:r>
        </a:p>
      </dsp:txBody>
      <dsp:txXfrm>
        <a:off x="2214974" y="1672074"/>
        <a:ext cx="3034506" cy="539841"/>
      </dsp:txXfrm>
    </dsp:sp>
    <dsp:sp modelId="{85436A6F-9562-4CEC-9576-54636E7FBC66}">
      <dsp:nvSpPr>
        <dsp:cNvPr id="0" name=""/>
        <dsp:cNvSpPr/>
      </dsp:nvSpPr>
      <dsp:spPr>
        <a:xfrm>
          <a:off x="1696382" y="2352848"/>
          <a:ext cx="71660" cy="71660"/>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584DA29-BAFF-40F3-B71D-5326A2BC7586}">
      <dsp:nvSpPr>
        <dsp:cNvPr id="0" name=""/>
        <dsp:cNvSpPr/>
      </dsp:nvSpPr>
      <dsp:spPr>
        <a:xfrm>
          <a:off x="2008076" y="3296376"/>
          <a:ext cx="3448302" cy="1480980"/>
        </a:xfrm>
        <a:prstGeom prst="roundRect">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42240" rIns="142240" bIns="142240" numCol="1" spcCol="1270" anchor="ctr" anchorCtr="0">
          <a:noAutofit/>
        </a:bodyPr>
        <a:lstStyle/>
        <a:p>
          <a:pPr marL="0" lvl="0" indent="0" algn="l" defTabSz="711200">
            <a:lnSpc>
              <a:spcPct val="90000"/>
            </a:lnSpc>
            <a:spcBef>
              <a:spcPct val="0"/>
            </a:spcBef>
            <a:spcAft>
              <a:spcPct val="35000"/>
            </a:spcAft>
            <a:buNone/>
          </a:pPr>
          <a:r>
            <a:rPr lang="en-US" sz="1600" kern="1200"/>
            <a:t>Wijk – </a:t>
          </a:r>
          <a:r>
            <a:rPr lang="en-US" sz="1600" kern="1200" err="1"/>
            <a:t>niveau</a:t>
          </a:r>
          <a:r>
            <a:rPr lang="en-US" sz="1600" kern="1200"/>
            <a:t>. </a:t>
          </a:r>
        </a:p>
        <a:p>
          <a:pPr marL="0" lvl="0" indent="0" algn="l" defTabSz="711200">
            <a:lnSpc>
              <a:spcPct val="90000"/>
            </a:lnSpc>
            <a:spcBef>
              <a:spcPct val="0"/>
            </a:spcBef>
            <a:spcAft>
              <a:spcPct val="35000"/>
            </a:spcAft>
            <a:buNone/>
          </a:pPr>
          <a:r>
            <a:rPr lang="en-US" sz="1600" kern="1200" err="1"/>
            <a:t>Warmtenetten</a:t>
          </a:r>
          <a:r>
            <a:rPr lang="en-US" sz="1600" kern="1200"/>
            <a:t> </a:t>
          </a:r>
        </a:p>
        <a:p>
          <a:pPr marL="0" lvl="0" indent="0" algn="l" defTabSz="711200">
            <a:lnSpc>
              <a:spcPct val="90000"/>
            </a:lnSpc>
            <a:spcBef>
              <a:spcPct val="0"/>
            </a:spcBef>
            <a:spcAft>
              <a:spcPct val="35000"/>
            </a:spcAft>
            <a:buNone/>
          </a:pPr>
          <a:r>
            <a:rPr lang="en-US" sz="1600" kern="1200" err="1"/>
            <a:t>Geluid</a:t>
          </a:r>
          <a:endParaRPr lang="en-US" sz="1600" kern="1200"/>
        </a:p>
        <a:p>
          <a:pPr marL="0" lvl="0" indent="0" algn="l" defTabSz="711200">
            <a:lnSpc>
              <a:spcPct val="90000"/>
            </a:lnSpc>
            <a:spcBef>
              <a:spcPct val="0"/>
            </a:spcBef>
            <a:spcAft>
              <a:spcPct val="35000"/>
            </a:spcAft>
            <a:buNone/>
          </a:pPr>
          <a:r>
            <a:rPr lang="en-US" sz="1600" kern="1200"/>
            <a:t>Fijnstof</a:t>
          </a:r>
        </a:p>
      </dsp:txBody>
      <dsp:txXfrm>
        <a:off x="2080371" y="3368671"/>
        <a:ext cx="3303712" cy="1336390"/>
      </dsp:txXfrm>
    </dsp:sp>
    <dsp:sp modelId="{FA28B161-721F-4047-A234-F1AF40CC449A}">
      <dsp:nvSpPr>
        <dsp:cNvPr id="0" name=""/>
        <dsp:cNvSpPr/>
      </dsp:nvSpPr>
      <dsp:spPr>
        <a:xfrm>
          <a:off x="3732227" y="2388678"/>
          <a:ext cx="0" cy="907697"/>
        </a:xfrm>
        <a:prstGeom prst="line">
          <a:avLst/>
        </a:prstGeom>
        <a:noFill/>
        <a:ln w="6350" cap="flat" cmpd="sng" algn="ctr">
          <a:solidFill>
            <a:schemeClr val="accent6">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C0920F3B-5DCE-460C-9C42-FF655257BF9A}">
      <dsp:nvSpPr>
        <dsp:cNvPr id="0" name=""/>
        <dsp:cNvSpPr/>
      </dsp:nvSpPr>
      <dsp:spPr>
        <a:xfrm>
          <a:off x="4214990" y="2565440"/>
          <a:ext cx="3034506" cy="5398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a:t>2017–2019</a:t>
          </a:r>
        </a:p>
      </dsp:txBody>
      <dsp:txXfrm>
        <a:off x="4214990" y="2565440"/>
        <a:ext cx="3034506" cy="539841"/>
      </dsp:txXfrm>
    </dsp:sp>
    <dsp:sp modelId="{8E6B3365-6474-40CB-A356-4B9968358698}">
      <dsp:nvSpPr>
        <dsp:cNvPr id="0" name=""/>
        <dsp:cNvSpPr/>
      </dsp:nvSpPr>
      <dsp:spPr>
        <a:xfrm>
          <a:off x="3696397" y="2352848"/>
          <a:ext cx="71660" cy="71660"/>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6B3794-C0A6-41A0-B776-A2A48E997925}">
      <dsp:nvSpPr>
        <dsp:cNvPr id="0" name=""/>
        <dsp:cNvSpPr/>
      </dsp:nvSpPr>
      <dsp:spPr>
        <a:xfrm>
          <a:off x="4008092" y="0"/>
          <a:ext cx="3448302" cy="1480980"/>
        </a:xfrm>
        <a:prstGeom prst="roundRect">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42240" rIns="142240" bIns="142240" numCol="1" spcCol="1270" anchor="ctr" anchorCtr="0">
          <a:noAutofit/>
        </a:bodyPr>
        <a:lstStyle/>
        <a:p>
          <a:pPr marL="0" lvl="0" indent="0" algn="l" defTabSz="711200">
            <a:lnSpc>
              <a:spcPct val="90000"/>
            </a:lnSpc>
            <a:spcBef>
              <a:spcPct val="0"/>
            </a:spcBef>
            <a:spcAft>
              <a:spcPct val="35000"/>
            </a:spcAft>
            <a:buNone/>
          </a:pPr>
          <a:r>
            <a:rPr lang="en-US" sz="1600" kern="1200"/>
            <a:t>Stad - 25 miljoen gridcellen</a:t>
          </a:r>
        </a:p>
        <a:p>
          <a:pPr marL="0" lvl="0" indent="0" algn="l" defTabSz="711200">
            <a:lnSpc>
              <a:spcPct val="90000"/>
            </a:lnSpc>
            <a:spcBef>
              <a:spcPct val="0"/>
            </a:spcBef>
            <a:spcAft>
              <a:spcPct val="35000"/>
            </a:spcAft>
            <a:buNone/>
          </a:pPr>
          <a:r>
            <a:rPr lang="en-US" sz="1600" kern="1200"/>
            <a:t>Water en </a:t>
          </a:r>
          <a:r>
            <a:rPr lang="en-US" sz="1600" kern="1200" err="1"/>
            <a:t>klimaat</a:t>
          </a:r>
          <a:endParaRPr lang="en-US" sz="1600" kern="1200"/>
        </a:p>
        <a:p>
          <a:pPr marL="0" lvl="0" indent="0" algn="l" defTabSz="711200">
            <a:lnSpc>
              <a:spcPct val="90000"/>
            </a:lnSpc>
            <a:spcBef>
              <a:spcPct val="0"/>
            </a:spcBef>
            <a:spcAft>
              <a:spcPct val="35000"/>
            </a:spcAft>
            <a:buNone/>
          </a:pPr>
          <a:r>
            <a:rPr lang="en-US" sz="1600" kern="1200" err="1"/>
            <a:t>Overstromingen</a:t>
          </a:r>
          <a:r>
            <a:rPr lang="en-US" sz="1600" kern="1200"/>
            <a:t> </a:t>
          </a:r>
        </a:p>
        <a:p>
          <a:pPr marL="0" lvl="0" indent="0" algn="l" defTabSz="711200">
            <a:lnSpc>
              <a:spcPct val="90000"/>
            </a:lnSpc>
            <a:spcBef>
              <a:spcPct val="0"/>
            </a:spcBef>
            <a:spcAft>
              <a:spcPct val="35000"/>
            </a:spcAft>
            <a:buNone/>
          </a:pPr>
          <a:r>
            <a:rPr lang="en-US" sz="1600" kern="1200" err="1"/>
            <a:t>Bodemdaling</a:t>
          </a:r>
          <a:r>
            <a:rPr lang="en-US" sz="1600" kern="1200"/>
            <a:t> </a:t>
          </a:r>
        </a:p>
      </dsp:txBody>
      <dsp:txXfrm>
        <a:off x="4080387" y="72295"/>
        <a:ext cx="3303712" cy="1336390"/>
      </dsp:txXfrm>
    </dsp:sp>
    <dsp:sp modelId="{1A5FFA22-1D71-4DE0-9BB0-249FB095D046}">
      <dsp:nvSpPr>
        <dsp:cNvPr id="0" name=""/>
        <dsp:cNvSpPr/>
      </dsp:nvSpPr>
      <dsp:spPr>
        <a:xfrm>
          <a:off x="5732243" y="1480980"/>
          <a:ext cx="0" cy="907697"/>
        </a:xfrm>
        <a:prstGeom prst="line">
          <a:avLst/>
        </a:prstGeom>
        <a:noFill/>
        <a:ln w="6350" cap="flat" cmpd="sng" algn="ctr">
          <a:solidFill>
            <a:schemeClr val="accent6">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B22D4B04-64D8-462E-ACF9-66C43B88EBE8}">
      <dsp:nvSpPr>
        <dsp:cNvPr id="0" name=""/>
        <dsp:cNvSpPr/>
      </dsp:nvSpPr>
      <dsp:spPr>
        <a:xfrm>
          <a:off x="6215005" y="1672074"/>
          <a:ext cx="3034506" cy="5398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a:t>2020 – 2024</a:t>
          </a:r>
        </a:p>
      </dsp:txBody>
      <dsp:txXfrm>
        <a:off x="6215005" y="1672074"/>
        <a:ext cx="3034506" cy="539841"/>
      </dsp:txXfrm>
    </dsp:sp>
    <dsp:sp modelId="{B646AC7B-9ED0-4AA3-BA2E-E6CB0FBE7A7B}">
      <dsp:nvSpPr>
        <dsp:cNvPr id="0" name=""/>
        <dsp:cNvSpPr/>
      </dsp:nvSpPr>
      <dsp:spPr>
        <a:xfrm>
          <a:off x="5696413" y="2352848"/>
          <a:ext cx="71660" cy="71660"/>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6719F5E-D72E-4ED6-9A42-DC6207CE6F3D}">
      <dsp:nvSpPr>
        <dsp:cNvPr id="0" name=""/>
        <dsp:cNvSpPr/>
      </dsp:nvSpPr>
      <dsp:spPr>
        <a:xfrm>
          <a:off x="5976176" y="3296376"/>
          <a:ext cx="3448302" cy="1480980"/>
        </a:xfrm>
        <a:prstGeom prst="roundRect">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42240" rIns="142240" bIns="142240" numCol="1" spcCol="1270" anchor="ctr" anchorCtr="0">
          <a:noAutofit/>
        </a:bodyPr>
        <a:lstStyle/>
        <a:p>
          <a:pPr marL="0" lvl="0" indent="0" algn="l" defTabSz="711200">
            <a:lnSpc>
              <a:spcPct val="90000"/>
            </a:lnSpc>
            <a:spcBef>
              <a:spcPct val="0"/>
            </a:spcBef>
            <a:spcAft>
              <a:spcPct val="35000"/>
            </a:spcAft>
            <a:buNone/>
          </a:pPr>
          <a:r>
            <a:rPr lang="en-US" sz="1600" kern="1200" err="1"/>
            <a:t>Provincie</a:t>
          </a:r>
          <a:r>
            <a:rPr lang="en-US" sz="1600" kern="1200"/>
            <a:t> - 4 </a:t>
          </a:r>
          <a:r>
            <a:rPr lang="en-US" sz="1600" kern="1200" err="1"/>
            <a:t>miljard</a:t>
          </a:r>
          <a:r>
            <a:rPr lang="en-US" sz="1600" kern="1200"/>
            <a:t> </a:t>
          </a:r>
          <a:r>
            <a:rPr lang="en-US" sz="1600" kern="1200" err="1"/>
            <a:t>gridcellen</a:t>
          </a:r>
          <a:r>
            <a:rPr lang="en-US" sz="1600" kern="1200"/>
            <a:t> </a:t>
          </a:r>
        </a:p>
        <a:p>
          <a:pPr marL="0" lvl="0" indent="0" algn="l" defTabSz="711200">
            <a:lnSpc>
              <a:spcPct val="90000"/>
            </a:lnSpc>
            <a:spcBef>
              <a:spcPct val="0"/>
            </a:spcBef>
            <a:spcAft>
              <a:spcPct val="35000"/>
            </a:spcAft>
            <a:buNone/>
          </a:pPr>
          <a:r>
            <a:rPr lang="en-US" sz="1600" kern="1200" err="1"/>
            <a:t>Grondwater</a:t>
          </a:r>
          <a:endParaRPr lang="en-US" sz="1600" kern="1200"/>
        </a:p>
        <a:p>
          <a:pPr marL="0" lvl="0" indent="0" algn="l" defTabSz="711200">
            <a:lnSpc>
              <a:spcPct val="90000"/>
            </a:lnSpc>
            <a:spcBef>
              <a:spcPct val="0"/>
            </a:spcBef>
            <a:spcAft>
              <a:spcPct val="35000"/>
            </a:spcAft>
            <a:buNone/>
          </a:pPr>
          <a:r>
            <a:rPr lang="en-US" sz="1600" kern="1200" err="1"/>
            <a:t>Natuur</a:t>
          </a:r>
          <a:r>
            <a:rPr lang="en-US" sz="1600" kern="1200"/>
            <a:t> en </a:t>
          </a:r>
          <a:r>
            <a:rPr lang="en-US" sz="1600" kern="1200" err="1"/>
            <a:t>biodiversiteit</a:t>
          </a:r>
          <a:endParaRPr lang="nl-NL" sz="1600" kern="1200"/>
        </a:p>
        <a:p>
          <a:pPr marL="0" lvl="0" indent="0" algn="l" defTabSz="711200">
            <a:lnSpc>
              <a:spcPct val="90000"/>
            </a:lnSpc>
            <a:spcBef>
              <a:spcPct val="0"/>
            </a:spcBef>
            <a:spcAft>
              <a:spcPct val="35000"/>
            </a:spcAft>
            <a:buNone/>
          </a:pPr>
          <a:r>
            <a:rPr lang="en-US" sz="1600" kern="1200"/>
            <a:t>Reporting and dashboarding </a:t>
          </a:r>
        </a:p>
      </dsp:txBody>
      <dsp:txXfrm>
        <a:off x="6048471" y="3368671"/>
        <a:ext cx="3303712" cy="1336390"/>
      </dsp:txXfrm>
    </dsp:sp>
    <dsp:sp modelId="{DE06BFEF-9E10-44A6-8CCE-7C11594473CB}">
      <dsp:nvSpPr>
        <dsp:cNvPr id="0" name=""/>
        <dsp:cNvSpPr/>
      </dsp:nvSpPr>
      <dsp:spPr>
        <a:xfrm>
          <a:off x="7732259" y="2388678"/>
          <a:ext cx="0" cy="907697"/>
        </a:xfrm>
        <a:prstGeom prst="line">
          <a:avLst/>
        </a:prstGeom>
        <a:noFill/>
        <a:ln w="6350" cap="flat" cmpd="sng" algn="ctr">
          <a:solidFill>
            <a:schemeClr val="accent6">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024AC76F-B6A5-49CE-B623-DD8F0B99F942}">
      <dsp:nvSpPr>
        <dsp:cNvPr id="0" name=""/>
        <dsp:cNvSpPr/>
      </dsp:nvSpPr>
      <dsp:spPr>
        <a:xfrm>
          <a:off x="8215021" y="2565440"/>
          <a:ext cx="3034506" cy="5398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711200">
            <a:lnSpc>
              <a:spcPct val="90000"/>
            </a:lnSpc>
            <a:spcBef>
              <a:spcPct val="0"/>
            </a:spcBef>
            <a:spcAft>
              <a:spcPct val="35000"/>
            </a:spcAft>
            <a:buNone/>
            <a:defRPr b="1"/>
          </a:pPr>
          <a:r>
            <a:rPr lang="nl-NL" sz="1600" kern="1200"/>
            <a:t>2025- …</a:t>
          </a:r>
        </a:p>
      </dsp:txBody>
      <dsp:txXfrm>
        <a:off x="8215021" y="2565440"/>
        <a:ext cx="3034506" cy="539841"/>
      </dsp:txXfrm>
    </dsp:sp>
    <dsp:sp modelId="{12173746-2E3F-4D72-90FC-C3C9AF066392}">
      <dsp:nvSpPr>
        <dsp:cNvPr id="0" name=""/>
        <dsp:cNvSpPr/>
      </dsp:nvSpPr>
      <dsp:spPr>
        <a:xfrm>
          <a:off x="7696428" y="2352848"/>
          <a:ext cx="71660" cy="71660"/>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124AE1-4C0A-4AF4-9489-C989DF5802CC}">
      <dsp:nvSpPr>
        <dsp:cNvPr id="0" name=""/>
        <dsp:cNvSpPr/>
      </dsp:nvSpPr>
      <dsp:spPr>
        <a:xfrm>
          <a:off x="8008123" y="0"/>
          <a:ext cx="3448302" cy="1480980"/>
        </a:xfrm>
        <a:prstGeom prst="roundRect">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42240" rIns="142240" bIns="142240" numCol="1" spcCol="1270" anchor="ctr" anchorCtr="0">
          <a:noAutofit/>
        </a:bodyPr>
        <a:lstStyle/>
        <a:p>
          <a:pPr marL="0" lvl="0" indent="0" algn="l" defTabSz="711200">
            <a:lnSpc>
              <a:spcPct val="90000"/>
            </a:lnSpc>
            <a:spcBef>
              <a:spcPct val="0"/>
            </a:spcBef>
            <a:spcAft>
              <a:spcPct val="35000"/>
            </a:spcAft>
            <a:buNone/>
          </a:pPr>
          <a:r>
            <a:rPr lang="nl-NL" sz="1600" kern="1200"/>
            <a:t>Heel NL: 400 miljard </a:t>
          </a:r>
          <a:r>
            <a:rPr lang="nl-NL" sz="1600" kern="1200" err="1"/>
            <a:t>gridcellen</a:t>
          </a:r>
          <a:endParaRPr lang="nl-NL" sz="1600" kern="1200"/>
        </a:p>
        <a:p>
          <a:pPr marL="0" lvl="0" indent="0" algn="l" defTabSz="711200">
            <a:lnSpc>
              <a:spcPct val="90000"/>
            </a:lnSpc>
            <a:spcBef>
              <a:spcPct val="0"/>
            </a:spcBef>
            <a:spcAft>
              <a:spcPct val="35000"/>
            </a:spcAft>
            <a:buNone/>
          </a:pPr>
          <a:r>
            <a:rPr lang="nl-NL" sz="1600" kern="1200"/>
            <a:t>Artificiële Intelligentie (AI)</a:t>
          </a:r>
        </a:p>
        <a:p>
          <a:pPr marL="0" lvl="0" indent="0" algn="l" defTabSz="711200">
            <a:lnSpc>
              <a:spcPct val="90000"/>
            </a:lnSpc>
            <a:spcBef>
              <a:spcPct val="0"/>
            </a:spcBef>
            <a:spcAft>
              <a:spcPct val="35000"/>
            </a:spcAft>
            <a:buNone/>
          </a:pPr>
          <a:r>
            <a:rPr lang="nl-NL" sz="1600" kern="1200"/>
            <a:t>Gebruiksvriendelijkheid</a:t>
          </a:r>
        </a:p>
        <a:p>
          <a:pPr marL="0" lvl="0" indent="0" algn="l" defTabSz="711200">
            <a:lnSpc>
              <a:spcPct val="90000"/>
            </a:lnSpc>
            <a:spcBef>
              <a:spcPct val="0"/>
            </a:spcBef>
            <a:spcAft>
              <a:spcPct val="35000"/>
            </a:spcAft>
            <a:buNone/>
          </a:pPr>
          <a:r>
            <a:rPr lang="en-US" sz="1600" kern="1200"/>
            <a:t>Digital Twins – </a:t>
          </a:r>
          <a:r>
            <a:rPr lang="en-US" sz="1600" kern="1200" err="1"/>
            <a:t>Omgevingsvisie</a:t>
          </a:r>
          <a:r>
            <a:rPr lang="en-US" sz="1600" kern="1200"/>
            <a:t> </a:t>
          </a:r>
          <a:endParaRPr lang="nl-NL" sz="1600" kern="1200"/>
        </a:p>
      </dsp:txBody>
      <dsp:txXfrm>
        <a:off x="8080418" y="72295"/>
        <a:ext cx="3303712" cy="1336390"/>
      </dsp:txXfrm>
    </dsp:sp>
    <dsp:sp modelId="{B52DB097-B974-43D3-8E6D-C6F755706E37}">
      <dsp:nvSpPr>
        <dsp:cNvPr id="0" name=""/>
        <dsp:cNvSpPr/>
      </dsp:nvSpPr>
      <dsp:spPr>
        <a:xfrm>
          <a:off x="9732274" y="1480980"/>
          <a:ext cx="0" cy="907697"/>
        </a:xfrm>
        <a:prstGeom prst="line">
          <a:avLst/>
        </a:prstGeom>
        <a:noFill/>
        <a:ln w="6350" cap="flat" cmpd="sng" algn="ctr">
          <a:solidFill>
            <a:schemeClr val="accent6">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C68C4194-779B-412F-944B-6A116DFC2209}">
      <dsp:nvSpPr>
        <dsp:cNvPr id="0" name=""/>
        <dsp:cNvSpPr/>
      </dsp:nvSpPr>
      <dsp:spPr>
        <a:xfrm>
          <a:off x="9696444" y="2352848"/>
          <a:ext cx="71660" cy="71660"/>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7676D4-4F91-4145-BFA6-3720186308DB}" type="datetimeFigureOut">
              <a:rPr lang="nl-NL" smtClean="0"/>
              <a:t>28-8-2025</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B80D3C-07CC-4142-8143-88606BC6B5F0}" type="slidenum">
              <a:rPr lang="nl-NL" smtClean="0"/>
              <a:t>‹#›</a:t>
            </a:fld>
            <a:endParaRPr lang="nl-NL"/>
          </a:p>
        </p:txBody>
      </p:sp>
    </p:spTree>
    <p:extLst>
      <p:ext uri="{BB962C8B-B14F-4D97-AF65-F5344CB8AC3E}">
        <p14:creationId xmlns:p14="http://schemas.microsoft.com/office/powerpoint/2010/main" val="16163882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3EB80D3C-07CC-4142-8143-88606BC6B5F0}" type="slidenum">
              <a:rPr lang="nl-NL" smtClean="0"/>
              <a:t>2</a:t>
            </a:fld>
            <a:endParaRPr lang="nl-NL"/>
          </a:p>
        </p:txBody>
      </p:sp>
    </p:spTree>
    <p:extLst>
      <p:ext uri="{BB962C8B-B14F-4D97-AF65-F5344CB8AC3E}">
        <p14:creationId xmlns:p14="http://schemas.microsoft.com/office/powerpoint/2010/main" val="6134475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5AFC405-D524-AA5D-7B66-5EF3873D16C1}"/>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24C4EA61-4906-4BD6-F564-E5931CF9D629}"/>
              </a:ext>
            </a:extLst>
          </p:cNvPr>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78FCA836-AD7C-06F4-813F-69EEEB3CFC36}"/>
              </a:ext>
            </a:extLst>
          </p:cNvPr>
          <p:cNvSpPr>
            <a:spLocks noGrp="1"/>
          </p:cNvSpPr>
          <p:nvPr>
            <p:ph type="dt" sz="half" idx="10"/>
          </p:nvPr>
        </p:nvSpPr>
        <p:spPr/>
        <p:txBody>
          <a:bodyPr/>
          <a:lstStyle/>
          <a:p>
            <a:fld id="{4296514A-CA97-421D-B505-E25DB5181215}" type="datetime1">
              <a:rPr lang="nl-NL" smtClean="0"/>
              <a:t>28-8-2025</a:t>
            </a:fld>
            <a:endParaRPr lang="nl-NL"/>
          </a:p>
        </p:txBody>
      </p:sp>
      <p:sp>
        <p:nvSpPr>
          <p:cNvPr id="5" name="Tijdelijke aanduiding voor voettekst 4">
            <a:extLst>
              <a:ext uri="{FF2B5EF4-FFF2-40B4-BE49-F238E27FC236}">
                <a16:creationId xmlns:a16="http://schemas.microsoft.com/office/drawing/2014/main" id="{8D680784-5B7F-C062-88B3-0079C6438F0B}"/>
              </a:ext>
            </a:extLst>
          </p:cNvPr>
          <p:cNvSpPr>
            <a:spLocks noGrp="1"/>
          </p:cNvSpPr>
          <p:nvPr>
            <p:ph type="ftr" sz="quarter" idx="11"/>
          </p:nvPr>
        </p:nvSpPr>
        <p:spPr/>
        <p:txBody>
          <a:bodyPr/>
          <a:lstStyle/>
          <a:p>
            <a:r>
              <a:rPr lang="en-US"/>
              <a:t>Tygron Platform; Accelerated Simulations for Engineers</a:t>
            </a:r>
            <a:endParaRPr lang="nl-NL"/>
          </a:p>
        </p:txBody>
      </p:sp>
      <p:sp>
        <p:nvSpPr>
          <p:cNvPr id="6" name="Tijdelijke aanduiding voor dianummer 5">
            <a:extLst>
              <a:ext uri="{FF2B5EF4-FFF2-40B4-BE49-F238E27FC236}">
                <a16:creationId xmlns:a16="http://schemas.microsoft.com/office/drawing/2014/main" id="{C69950E5-601A-32E9-5B4A-DECCF3AEE80B}"/>
              </a:ext>
            </a:extLst>
          </p:cNvPr>
          <p:cNvSpPr>
            <a:spLocks noGrp="1"/>
          </p:cNvSpPr>
          <p:nvPr>
            <p:ph type="sldNum" sz="quarter" idx="12"/>
          </p:nvPr>
        </p:nvSpPr>
        <p:spPr/>
        <p:txBody>
          <a:bodyPr/>
          <a:lstStyle/>
          <a:p>
            <a:fld id="{CDD4AD0B-91D4-4DAF-920F-6B543F0C7453}" type="slidenum">
              <a:rPr lang="nl-NL" smtClean="0"/>
              <a:t>‹#›</a:t>
            </a:fld>
            <a:endParaRPr lang="nl-NL"/>
          </a:p>
        </p:txBody>
      </p:sp>
    </p:spTree>
    <p:extLst>
      <p:ext uri="{BB962C8B-B14F-4D97-AF65-F5344CB8AC3E}">
        <p14:creationId xmlns:p14="http://schemas.microsoft.com/office/powerpoint/2010/main" val="22650557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3C6845C9-C90C-0D7D-C673-8B4B7AAFA946}"/>
              </a:ext>
            </a:extLst>
          </p:cNvPr>
          <p:cNvSpPr>
            <a:spLocks noGrp="1"/>
          </p:cNvSpPr>
          <p:nvPr>
            <p:ph type="dt" sz="half" idx="10"/>
          </p:nvPr>
        </p:nvSpPr>
        <p:spPr/>
        <p:txBody>
          <a:bodyPr/>
          <a:lstStyle/>
          <a:p>
            <a:fld id="{A59D644E-E758-449C-B6FB-0FEDC7700E2C}" type="datetime1">
              <a:rPr lang="nl-NL" smtClean="0"/>
              <a:t>28-8-2025</a:t>
            </a:fld>
            <a:endParaRPr lang="nl-NL"/>
          </a:p>
        </p:txBody>
      </p:sp>
      <p:sp>
        <p:nvSpPr>
          <p:cNvPr id="3" name="Tijdelijke aanduiding voor voettekst 2">
            <a:extLst>
              <a:ext uri="{FF2B5EF4-FFF2-40B4-BE49-F238E27FC236}">
                <a16:creationId xmlns:a16="http://schemas.microsoft.com/office/drawing/2014/main" id="{D35B9408-EC6C-E599-A632-48A817DAF933}"/>
              </a:ext>
            </a:extLst>
          </p:cNvPr>
          <p:cNvSpPr>
            <a:spLocks noGrp="1"/>
          </p:cNvSpPr>
          <p:nvPr>
            <p:ph type="ftr" sz="quarter" idx="11"/>
          </p:nvPr>
        </p:nvSpPr>
        <p:spPr/>
        <p:txBody>
          <a:bodyPr/>
          <a:lstStyle/>
          <a:p>
            <a:r>
              <a:rPr lang="en-US"/>
              <a:t>Tygron Platform; Accelerated Simulations for Engineers</a:t>
            </a:r>
            <a:endParaRPr lang="nl-NL"/>
          </a:p>
        </p:txBody>
      </p:sp>
      <p:sp>
        <p:nvSpPr>
          <p:cNvPr id="4" name="Tijdelijke aanduiding voor dianummer 3">
            <a:extLst>
              <a:ext uri="{FF2B5EF4-FFF2-40B4-BE49-F238E27FC236}">
                <a16:creationId xmlns:a16="http://schemas.microsoft.com/office/drawing/2014/main" id="{18FDF4D1-0EB4-5F8C-A85F-6DB3203E057E}"/>
              </a:ext>
            </a:extLst>
          </p:cNvPr>
          <p:cNvSpPr>
            <a:spLocks noGrp="1"/>
          </p:cNvSpPr>
          <p:nvPr>
            <p:ph type="sldNum" sz="quarter" idx="12"/>
          </p:nvPr>
        </p:nvSpPr>
        <p:spPr/>
        <p:txBody>
          <a:bodyPr/>
          <a:lstStyle/>
          <a:p>
            <a:fld id="{CDD4AD0B-91D4-4DAF-920F-6B543F0C7453}" type="slidenum">
              <a:rPr lang="nl-NL" smtClean="0"/>
              <a:t>‹#›</a:t>
            </a:fld>
            <a:endParaRPr lang="nl-NL"/>
          </a:p>
        </p:txBody>
      </p:sp>
    </p:spTree>
    <p:extLst>
      <p:ext uri="{BB962C8B-B14F-4D97-AF65-F5344CB8AC3E}">
        <p14:creationId xmlns:p14="http://schemas.microsoft.com/office/powerpoint/2010/main" val="2415776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B4C1065-C873-75F8-D86E-873028838D2F}"/>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2BBDB5DD-EE75-5927-9AD0-79D008E9465D}"/>
              </a:ext>
            </a:extLst>
          </p:cNvPr>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a:extLst>
              <a:ext uri="{FF2B5EF4-FFF2-40B4-BE49-F238E27FC236}">
                <a16:creationId xmlns:a16="http://schemas.microsoft.com/office/drawing/2014/main" id="{6F7D45E6-B3D3-7F96-2A64-99CB5F05709D}"/>
              </a:ext>
            </a:extLst>
          </p:cNvPr>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a:extLst>
              <a:ext uri="{FF2B5EF4-FFF2-40B4-BE49-F238E27FC236}">
                <a16:creationId xmlns:a16="http://schemas.microsoft.com/office/drawing/2014/main" id="{958F4B31-5685-0AC3-B64D-6A23C9C7F6AC}"/>
              </a:ext>
            </a:extLst>
          </p:cNvPr>
          <p:cNvSpPr>
            <a:spLocks noGrp="1"/>
          </p:cNvSpPr>
          <p:nvPr>
            <p:ph type="dt" sz="half" idx="10"/>
          </p:nvPr>
        </p:nvSpPr>
        <p:spPr/>
        <p:txBody>
          <a:bodyPr/>
          <a:lstStyle/>
          <a:p>
            <a:fld id="{EF5245C3-A59B-4052-99C0-66ADC67D18A7}" type="datetime1">
              <a:rPr lang="nl-NL" smtClean="0"/>
              <a:t>28-8-2025</a:t>
            </a:fld>
            <a:endParaRPr lang="nl-NL"/>
          </a:p>
        </p:txBody>
      </p:sp>
      <p:sp>
        <p:nvSpPr>
          <p:cNvPr id="6" name="Tijdelijke aanduiding voor voettekst 5">
            <a:extLst>
              <a:ext uri="{FF2B5EF4-FFF2-40B4-BE49-F238E27FC236}">
                <a16:creationId xmlns:a16="http://schemas.microsoft.com/office/drawing/2014/main" id="{910DC2BA-B17F-20E9-EC44-03A48EDE4BD2}"/>
              </a:ext>
            </a:extLst>
          </p:cNvPr>
          <p:cNvSpPr>
            <a:spLocks noGrp="1"/>
          </p:cNvSpPr>
          <p:nvPr>
            <p:ph type="ftr" sz="quarter" idx="11"/>
          </p:nvPr>
        </p:nvSpPr>
        <p:spPr/>
        <p:txBody>
          <a:bodyPr/>
          <a:lstStyle/>
          <a:p>
            <a:r>
              <a:rPr lang="en-US"/>
              <a:t>Tygron Platform; Accelerated Simulations for Engineers</a:t>
            </a:r>
            <a:endParaRPr lang="nl-NL"/>
          </a:p>
        </p:txBody>
      </p:sp>
      <p:sp>
        <p:nvSpPr>
          <p:cNvPr id="7" name="Tijdelijke aanduiding voor dianummer 6">
            <a:extLst>
              <a:ext uri="{FF2B5EF4-FFF2-40B4-BE49-F238E27FC236}">
                <a16:creationId xmlns:a16="http://schemas.microsoft.com/office/drawing/2014/main" id="{5825B2A7-D70C-88B7-190D-90AC1E5148D4}"/>
              </a:ext>
            </a:extLst>
          </p:cNvPr>
          <p:cNvSpPr>
            <a:spLocks noGrp="1"/>
          </p:cNvSpPr>
          <p:nvPr>
            <p:ph type="sldNum" sz="quarter" idx="12"/>
          </p:nvPr>
        </p:nvSpPr>
        <p:spPr/>
        <p:txBody>
          <a:bodyPr/>
          <a:lstStyle/>
          <a:p>
            <a:fld id="{CDD4AD0B-91D4-4DAF-920F-6B543F0C7453}" type="slidenum">
              <a:rPr lang="nl-NL" smtClean="0"/>
              <a:t>‹#›</a:t>
            </a:fld>
            <a:endParaRPr lang="nl-NL"/>
          </a:p>
        </p:txBody>
      </p:sp>
    </p:spTree>
    <p:extLst>
      <p:ext uri="{BB962C8B-B14F-4D97-AF65-F5344CB8AC3E}">
        <p14:creationId xmlns:p14="http://schemas.microsoft.com/office/powerpoint/2010/main" val="34038465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ACA3DA2-68E9-43F0-BA75-38518426BDBA}"/>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476F4A51-B5F1-42F7-8403-53F6328D7325}"/>
              </a:ext>
            </a:extLst>
          </p:cNvPr>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a:extLst>
              <a:ext uri="{FF2B5EF4-FFF2-40B4-BE49-F238E27FC236}">
                <a16:creationId xmlns:a16="http://schemas.microsoft.com/office/drawing/2014/main" id="{F18AECA9-4BF3-4DF2-B27B-0E51F725826A}"/>
              </a:ext>
            </a:extLst>
          </p:cNvPr>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a:extLst>
              <a:ext uri="{FF2B5EF4-FFF2-40B4-BE49-F238E27FC236}">
                <a16:creationId xmlns:a16="http://schemas.microsoft.com/office/drawing/2014/main" id="{D6359BA8-EAA0-487C-BA5B-41428B90488A}"/>
              </a:ext>
            </a:extLst>
          </p:cNvPr>
          <p:cNvSpPr>
            <a:spLocks noGrp="1"/>
          </p:cNvSpPr>
          <p:nvPr>
            <p:ph type="dt" sz="half" idx="10"/>
          </p:nvPr>
        </p:nvSpPr>
        <p:spPr/>
        <p:txBody>
          <a:bodyPr/>
          <a:lstStyle/>
          <a:p>
            <a:fld id="{92896090-B07D-433A-8444-3D8B534A3833}" type="datetime1">
              <a:rPr lang="nl-NL" smtClean="0"/>
              <a:t>28-8-2025</a:t>
            </a:fld>
            <a:endParaRPr lang="nl-NL"/>
          </a:p>
        </p:txBody>
      </p:sp>
      <p:sp>
        <p:nvSpPr>
          <p:cNvPr id="6" name="Tijdelijke aanduiding voor voettekst 5">
            <a:extLst>
              <a:ext uri="{FF2B5EF4-FFF2-40B4-BE49-F238E27FC236}">
                <a16:creationId xmlns:a16="http://schemas.microsoft.com/office/drawing/2014/main" id="{8DA79477-2051-4E1C-B283-1CB903B5E257}"/>
              </a:ext>
            </a:extLst>
          </p:cNvPr>
          <p:cNvSpPr>
            <a:spLocks noGrp="1"/>
          </p:cNvSpPr>
          <p:nvPr>
            <p:ph type="ftr" sz="quarter" idx="11"/>
          </p:nvPr>
        </p:nvSpPr>
        <p:spPr/>
        <p:txBody>
          <a:bodyPr/>
          <a:lstStyle/>
          <a:p>
            <a:r>
              <a:rPr lang="en-US"/>
              <a:t>Tygron Platform; Accelerated Simulations for Engineers</a:t>
            </a:r>
            <a:endParaRPr lang="nl-NL"/>
          </a:p>
        </p:txBody>
      </p:sp>
      <p:sp>
        <p:nvSpPr>
          <p:cNvPr id="7" name="Tijdelijke aanduiding voor dianummer 6">
            <a:extLst>
              <a:ext uri="{FF2B5EF4-FFF2-40B4-BE49-F238E27FC236}">
                <a16:creationId xmlns:a16="http://schemas.microsoft.com/office/drawing/2014/main" id="{5D98495A-2B7F-4297-89CA-E12084899797}"/>
              </a:ext>
            </a:extLst>
          </p:cNvPr>
          <p:cNvSpPr>
            <a:spLocks noGrp="1"/>
          </p:cNvSpPr>
          <p:nvPr>
            <p:ph type="sldNum" sz="quarter" idx="12"/>
          </p:nvPr>
        </p:nvSpPr>
        <p:spPr/>
        <p:txBody>
          <a:bodyPr/>
          <a:lstStyle/>
          <a:p>
            <a:fld id="{54C765DB-1523-46D6-838C-55835F1B82D0}" type="slidenum">
              <a:rPr lang="nl-NL" smtClean="0"/>
              <a:t>‹#›</a:t>
            </a:fld>
            <a:endParaRPr lang="nl-NL"/>
          </a:p>
        </p:txBody>
      </p:sp>
    </p:spTree>
    <p:extLst>
      <p:ext uri="{BB962C8B-B14F-4D97-AF65-F5344CB8AC3E}">
        <p14:creationId xmlns:p14="http://schemas.microsoft.com/office/powerpoint/2010/main" val="26601829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5564E3C8-7CFE-8A59-DF63-3F96C0DE42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p>
        </p:txBody>
      </p:sp>
      <p:sp>
        <p:nvSpPr>
          <p:cNvPr id="3" name="Tijdelijke aanduiding voor tekst 2">
            <a:extLst>
              <a:ext uri="{FF2B5EF4-FFF2-40B4-BE49-F238E27FC236}">
                <a16:creationId xmlns:a16="http://schemas.microsoft.com/office/drawing/2014/main" id="{0566536B-5189-485C-90B2-7DD773C035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23249DDB-34C2-CC96-580E-306D55A052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B9D236D-E1A3-42BB-A595-D4AEFB1B9A44}" type="datetime1">
              <a:rPr lang="nl-NL" smtClean="0"/>
              <a:t>28-8-2025</a:t>
            </a:fld>
            <a:endParaRPr lang="nl-NL"/>
          </a:p>
        </p:txBody>
      </p:sp>
      <p:sp>
        <p:nvSpPr>
          <p:cNvPr id="5" name="Tijdelijke aanduiding voor voettekst 4">
            <a:extLst>
              <a:ext uri="{FF2B5EF4-FFF2-40B4-BE49-F238E27FC236}">
                <a16:creationId xmlns:a16="http://schemas.microsoft.com/office/drawing/2014/main" id="{7B3A0AFE-AE49-26FD-36EB-94A068BB0C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Tygron Platform; Accelerated Simulations for Engineers</a:t>
            </a:r>
            <a:endParaRPr lang="nl-NL"/>
          </a:p>
        </p:txBody>
      </p:sp>
      <p:sp>
        <p:nvSpPr>
          <p:cNvPr id="6" name="Tijdelijke aanduiding voor dianummer 5">
            <a:extLst>
              <a:ext uri="{FF2B5EF4-FFF2-40B4-BE49-F238E27FC236}">
                <a16:creationId xmlns:a16="http://schemas.microsoft.com/office/drawing/2014/main" id="{F747F2FA-1D86-C023-A9C6-AC849744F2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DD4AD0B-91D4-4DAF-920F-6B543F0C7453}" type="slidenum">
              <a:rPr lang="nl-NL" smtClean="0"/>
              <a:t>‹#›</a:t>
            </a:fld>
            <a:endParaRPr lang="nl-NL"/>
          </a:p>
        </p:txBody>
      </p:sp>
    </p:spTree>
    <p:extLst>
      <p:ext uri="{BB962C8B-B14F-4D97-AF65-F5344CB8AC3E}">
        <p14:creationId xmlns:p14="http://schemas.microsoft.com/office/powerpoint/2010/main" val="930828141"/>
      </p:ext>
    </p:extLst>
  </p:cSld>
  <p:clrMap bg1="lt1" tx1="dk1" bg2="lt2" tx2="dk2" accent1="accent1" accent2="accent2" accent3="accent3" accent4="accent4" accent5="accent5" accent6="accent6" hlink="hlink" folHlink="folHlink"/>
  <p:sldLayoutIdLst>
    <p:sldLayoutId id="2147483693" r:id="rId1"/>
    <p:sldLayoutId id="2147483689" r:id="rId2"/>
    <p:sldLayoutId id="2147483688" r:id="rId3"/>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882B76E6-EED1-4A92-B122-3E3086C1A9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p>
        </p:txBody>
      </p:sp>
      <p:sp>
        <p:nvSpPr>
          <p:cNvPr id="3" name="Tijdelijke aanduiding voor tekst 2">
            <a:extLst>
              <a:ext uri="{FF2B5EF4-FFF2-40B4-BE49-F238E27FC236}">
                <a16:creationId xmlns:a16="http://schemas.microsoft.com/office/drawing/2014/main" id="{EACF423A-3735-493B-96AC-795CBB4A05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1886D377-1F35-483F-BBE8-A6A2E7594B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6D5241-DBA9-47CB-A5E0-A7F3CA451548}" type="datetime1">
              <a:rPr lang="nl-NL" smtClean="0"/>
              <a:t>28-8-2025</a:t>
            </a:fld>
            <a:endParaRPr lang="nl-NL"/>
          </a:p>
        </p:txBody>
      </p:sp>
      <p:sp>
        <p:nvSpPr>
          <p:cNvPr id="5" name="Tijdelijke aanduiding voor voettekst 4">
            <a:extLst>
              <a:ext uri="{FF2B5EF4-FFF2-40B4-BE49-F238E27FC236}">
                <a16:creationId xmlns:a16="http://schemas.microsoft.com/office/drawing/2014/main" id="{8210A224-C4CE-4F32-94E3-764B799C3B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Tygron Platform; Accelerated Simulations for Engineers</a:t>
            </a:r>
            <a:endParaRPr lang="nl-NL"/>
          </a:p>
        </p:txBody>
      </p:sp>
      <p:sp>
        <p:nvSpPr>
          <p:cNvPr id="6" name="Tijdelijke aanduiding voor dianummer 5">
            <a:extLst>
              <a:ext uri="{FF2B5EF4-FFF2-40B4-BE49-F238E27FC236}">
                <a16:creationId xmlns:a16="http://schemas.microsoft.com/office/drawing/2014/main" id="{5055C68B-3B3F-4C3C-AEDE-17D74A7F45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C765DB-1523-46D6-838C-55835F1B82D0}" type="slidenum">
              <a:rPr lang="nl-NL" smtClean="0"/>
              <a:t>‹#›</a:t>
            </a:fld>
            <a:endParaRPr lang="nl-NL"/>
          </a:p>
        </p:txBody>
      </p:sp>
    </p:spTree>
    <p:extLst>
      <p:ext uri="{BB962C8B-B14F-4D97-AF65-F5344CB8AC3E}">
        <p14:creationId xmlns:p14="http://schemas.microsoft.com/office/powerpoint/2010/main" val="3698098511"/>
      </p:ext>
    </p:extLst>
  </p:cSld>
  <p:clrMap bg1="lt1" tx1="dk1" bg2="lt2" tx2="dk2" accent1="accent1" accent2="accent2" accent3="accent3" accent4="accent4" accent5="accent5" accent6="accent6" hlink="hlink" folHlink="folHlink"/>
  <p:sldLayoutIdLst>
    <p:sldLayoutId id="2147483663" r:id="rId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Layout" Target="../slideLayouts/slideLayout3.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16.gif"/></Relationships>
</file>

<file path=ppt/slides/_rels/slide8.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image" Target="../media/image14.png"/><Relationship Id="rId1" Type="http://schemas.openxmlformats.org/officeDocument/2006/relationships/slideLayout" Target="../slideLayouts/slideLayout4.xml"/><Relationship Id="rId6" Type="http://schemas.openxmlformats.org/officeDocument/2006/relationships/image" Target="../media/image17.gif"/><Relationship Id="rId5" Type="http://schemas.openxmlformats.org/officeDocument/2006/relationships/image" Target="../media/image15.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image" Target="../media/image14.png"/><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5.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8.png"/><Relationship Id="rId1" Type="http://schemas.openxmlformats.org/officeDocument/2006/relationships/slideLayout" Target="../slideLayouts/slideLayout4.xml"/><Relationship Id="rId5" Type="http://schemas.openxmlformats.org/officeDocument/2006/relationships/image" Target="../media/image20.jpeg"/><Relationship Id="rId4" Type="http://schemas.openxmlformats.org/officeDocument/2006/relationships/image" Target="../media/image19.jpeg"/></Relationships>
</file>

<file path=ppt/slides/_rels/slide1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18.png"/><Relationship Id="rId7" Type="http://schemas.openxmlformats.org/officeDocument/2006/relationships/diagramQuickStyle" Target="../diagrams/quickStyle1.xml"/><Relationship Id="rId2" Type="http://schemas.openxmlformats.org/officeDocument/2006/relationships/image" Target="../media/image21.png"/><Relationship Id="rId1" Type="http://schemas.openxmlformats.org/officeDocument/2006/relationships/slideLayout" Target="../slideLayouts/slideLayout4.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10.png"/><Relationship Id="rId9" Type="http://schemas.microsoft.com/office/2007/relationships/diagramDrawing" Target="../diagrams/drawing1.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Afbeelding 4" descr="Afbeelding met lucht, boom, gebouw, Stedenbouwkunde&#10;&#10;Door AI gegenereerde inhoud is mogelijk onjuist.">
            <a:extLst>
              <a:ext uri="{FF2B5EF4-FFF2-40B4-BE49-F238E27FC236}">
                <a16:creationId xmlns:a16="http://schemas.microsoft.com/office/drawing/2014/main" id="{EACB2D1E-ED87-4185-066F-29A251B9E04E}"/>
              </a:ext>
            </a:extLst>
          </p:cNvPr>
          <p:cNvPicPr>
            <a:picLocks noChangeAspect="1"/>
          </p:cNvPicPr>
          <p:nvPr/>
        </p:nvPicPr>
        <p:blipFill>
          <a:blip r:embed="rId2">
            <a:extLst>
              <a:ext uri="{28A0092B-C50C-407E-A947-70E740481C1C}">
                <a14:useLocalDpi xmlns:a14="http://schemas.microsoft.com/office/drawing/2010/main" val="0"/>
              </a:ext>
            </a:extLst>
          </a:blip>
          <a:srcRect l="14167" r="5113" b="1"/>
          <a:stretch>
            <a:fillRect/>
          </a:stretch>
        </p:blipFill>
        <p:spPr>
          <a:xfrm>
            <a:off x="1" y="10"/>
            <a:ext cx="9669642" cy="6857990"/>
          </a:xfrm>
          <a:prstGeom prst="rect">
            <a:avLst/>
          </a:prstGeom>
        </p:spPr>
      </p:pic>
      <p:sp>
        <p:nvSpPr>
          <p:cNvPr id="12" name="Rectangle 11">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el 1">
            <a:extLst>
              <a:ext uri="{FF2B5EF4-FFF2-40B4-BE49-F238E27FC236}">
                <a16:creationId xmlns:a16="http://schemas.microsoft.com/office/drawing/2014/main" id="{768B3F00-1135-DFB2-70FF-4C749C809917}"/>
              </a:ext>
            </a:extLst>
          </p:cNvPr>
          <p:cNvSpPr>
            <a:spLocks noGrp="1"/>
          </p:cNvSpPr>
          <p:nvPr>
            <p:ph type="title"/>
          </p:nvPr>
        </p:nvSpPr>
        <p:spPr>
          <a:xfrm>
            <a:off x="7531610" y="365125"/>
            <a:ext cx="3822189" cy="1899912"/>
          </a:xfrm>
        </p:spPr>
        <p:txBody>
          <a:bodyPr>
            <a:normAutofit/>
          </a:bodyPr>
          <a:lstStyle/>
          <a:p>
            <a:r>
              <a:rPr lang="nl-NL" sz="4000"/>
              <a:t>Tygron Edu Event</a:t>
            </a:r>
          </a:p>
        </p:txBody>
      </p:sp>
      <p:sp>
        <p:nvSpPr>
          <p:cNvPr id="3" name="Tijdelijke aanduiding voor inhoud 2">
            <a:extLst>
              <a:ext uri="{FF2B5EF4-FFF2-40B4-BE49-F238E27FC236}">
                <a16:creationId xmlns:a16="http://schemas.microsoft.com/office/drawing/2014/main" id="{0B40CB07-9233-B72C-95E1-9F660C4C0B32}"/>
              </a:ext>
            </a:extLst>
          </p:cNvPr>
          <p:cNvSpPr>
            <a:spLocks noGrp="1"/>
          </p:cNvSpPr>
          <p:nvPr>
            <p:ph idx="1"/>
          </p:nvPr>
        </p:nvSpPr>
        <p:spPr>
          <a:xfrm>
            <a:off x="7531610" y="2434201"/>
            <a:ext cx="3822189" cy="3742762"/>
          </a:xfrm>
        </p:spPr>
        <p:txBody>
          <a:bodyPr>
            <a:normAutofit/>
          </a:bodyPr>
          <a:lstStyle/>
          <a:p>
            <a:r>
              <a:rPr lang="nl-NL" sz="2000" dirty="0"/>
              <a:t>27 augustus 2025</a:t>
            </a:r>
          </a:p>
          <a:p>
            <a:endParaRPr lang="nl-NL" sz="2000" dirty="0"/>
          </a:p>
        </p:txBody>
      </p:sp>
      <p:pic>
        <p:nvPicPr>
          <p:cNvPr id="6" name="Afbeelding 5" descr="Afbeelding met tekst, Lettertype, groen, Graphics&#10;&#10;Door AI gegenereerde inhoud is mogelijk onjuist.">
            <a:extLst>
              <a:ext uri="{FF2B5EF4-FFF2-40B4-BE49-F238E27FC236}">
                <a16:creationId xmlns:a16="http://schemas.microsoft.com/office/drawing/2014/main" id="{A5E5EDA4-2859-01C1-33C6-225F89CD4B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16459" y="4288632"/>
            <a:ext cx="1309770" cy="935550"/>
          </a:xfrm>
          <a:prstGeom prst="rect">
            <a:avLst/>
          </a:prstGeom>
        </p:spPr>
      </p:pic>
      <p:pic>
        <p:nvPicPr>
          <p:cNvPr id="8" name="Afbeelding 7" descr="Afbeelding met tekst, Lettertype, logo, Graphics&#10;&#10;Door AI gegenereerde inhoud is mogelijk onjuist.">
            <a:extLst>
              <a:ext uri="{FF2B5EF4-FFF2-40B4-BE49-F238E27FC236}">
                <a16:creationId xmlns:a16="http://schemas.microsoft.com/office/drawing/2014/main" id="{5E1F7CB3-6938-E805-40BB-11B8BA24238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54667" y="5505310"/>
            <a:ext cx="1071562" cy="1071562"/>
          </a:xfrm>
          <a:prstGeom prst="rect">
            <a:avLst/>
          </a:prstGeom>
        </p:spPr>
      </p:pic>
      <p:pic>
        <p:nvPicPr>
          <p:cNvPr id="11" name="Afbeelding 10" descr="Afbeelding met tekst, Lettertype, Graphics, logo&#10;&#10;Door AI gegenereerde inhoud is mogelijk onjuist.">
            <a:extLst>
              <a:ext uri="{FF2B5EF4-FFF2-40B4-BE49-F238E27FC236}">
                <a16:creationId xmlns:a16="http://schemas.microsoft.com/office/drawing/2014/main" id="{3C42C53C-CBFA-2D19-3C3A-4739A6DCE32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00090" y="3159164"/>
            <a:ext cx="1707418" cy="848340"/>
          </a:xfrm>
          <a:prstGeom prst="rect">
            <a:avLst/>
          </a:prstGeom>
        </p:spPr>
      </p:pic>
      <p:pic>
        <p:nvPicPr>
          <p:cNvPr id="14" name="Afbeelding 13" descr="Afbeelding met Lettertype, Graphics, logo, tekst&#10;&#10;Door AI gegenereerde inhoud is mogelijk onjuist.">
            <a:extLst>
              <a:ext uri="{FF2B5EF4-FFF2-40B4-BE49-F238E27FC236}">
                <a16:creationId xmlns:a16="http://schemas.microsoft.com/office/drawing/2014/main" id="{E0912421-6192-D994-68D4-0AFBF009615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556910" y="6012679"/>
            <a:ext cx="2188924" cy="666896"/>
          </a:xfrm>
          <a:prstGeom prst="rect">
            <a:avLst/>
          </a:prstGeom>
        </p:spPr>
      </p:pic>
      <p:pic>
        <p:nvPicPr>
          <p:cNvPr id="16" name="Afbeelding 15" descr="Afbeelding met tekst, Lettertype, Graphics, logo&#10;&#10;Door AI gegenereerde inhoud is mogelijk onjuist.">
            <a:extLst>
              <a:ext uri="{FF2B5EF4-FFF2-40B4-BE49-F238E27FC236}">
                <a16:creationId xmlns:a16="http://schemas.microsoft.com/office/drawing/2014/main" id="{AECDE071-D091-10BE-C7E9-19AA27EB356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485383" y="4379175"/>
            <a:ext cx="1993961" cy="755952"/>
          </a:xfrm>
          <a:prstGeom prst="rect">
            <a:avLst/>
          </a:prstGeom>
        </p:spPr>
      </p:pic>
      <p:pic>
        <p:nvPicPr>
          <p:cNvPr id="18" name="Afbeelding 17" descr="Afbeelding met tekst, Lettertype, Graphics, logo&#10;&#10;Door AI gegenereerde inhoud is mogelijk onjuist.">
            <a:extLst>
              <a:ext uri="{FF2B5EF4-FFF2-40B4-BE49-F238E27FC236}">
                <a16:creationId xmlns:a16="http://schemas.microsoft.com/office/drawing/2014/main" id="{B17C81B3-3223-6854-1572-3A80AB39F62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213327" y="3347926"/>
            <a:ext cx="2166936" cy="528637"/>
          </a:xfrm>
          <a:prstGeom prst="rect">
            <a:avLst/>
          </a:prstGeom>
        </p:spPr>
      </p:pic>
    </p:spTree>
    <p:extLst>
      <p:ext uri="{BB962C8B-B14F-4D97-AF65-F5344CB8AC3E}">
        <p14:creationId xmlns:p14="http://schemas.microsoft.com/office/powerpoint/2010/main" val="3430385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433C92B-F6B2-B779-F527-ADB36C3831C0}"/>
              </a:ext>
            </a:extLst>
          </p:cNvPr>
          <p:cNvSpPr>
            <a:spLocks noGrp="1"/>
          </p:cNvSpPr>
          <p:nvPr>
            <p:ph type="title"/>
          </p:nvPr>
        </p:nvSpPr>
        <p:spPr/>
        <p:txBody>
          <a:bodyPr/>
          <a:lstStyle/>
          <a:p>
            <a:endParaRPr lang="nl-NL"/>
          </a:p>
        </p:txBody>
      </p:sp>
      <p:sp>
        <p:nvSpPr>
          <p:cNvPr id="3" name="Tijdelijke aanduiding voor inhoud 2">
            <a:extLst>
              <a:ext uri="{FF2B5EF4-FFF2-40B4-BE49-F238E27FC236}">
                <a16:creationId xmlns:a16="http://schemas.microsoft.com/office/drawing/2014/main" id="{4EAD556C-8AA3-869C-1B3B-C0C60E8D6B50}"/>
              </a:ext>
            </a:extLst>
          </p:cNvPr>
          <p:cNvSpPr>
            <a:spLocks noGrp="1"/>
          </p:cNvSpPr>
          <p:nvPr>
            <p:ph sz="half" idx="1"/>
          </p:nvPr>
        </p:nvSpPr>
        <p:spPr/>
        <p:txBody>
          <a:bodyPr>
            <a:normAutofit fontScale="77500" lnSpcReduction="20000"/>
          </a:bodyPr>
          <a:lstStyle/>
          <a:p>
            <a:r>
              <a:rPr lang="nl-NL" b="1" dirty="0"/>
              <a:t>12.00</a:t>
            </a:r>
            <a:r>
              <a:rPr lang="nl-NL" dirty="0"/>
              <a:t> Inloop en lunch</a:t>
            </a:r>
            <a:br>
              <a:rPr lang="nl-NL" dirty="0"/>
            </a:br>
            <a:endParaRPr lang="nl-NL" dirty="0"/>
          </a:p>
          <a:p>
            <a:r>
              <a:rPr lang="nl-NL" b="1" dirty="0"/>
              <a:t>12.45</a:t>
            </a:r>
            <a:r>
              <a:rPr lang="nl-NL" dirty="0"/>
              <a:t> Introductie en kennismaking </a:t>
            </a:r>
          </a:p>
          <a:p>
            <a:endParaRPr lang="nl-NL" dirty="0"/>
          </a:p>
          <a:p>
            <a:r>
              <a:rPr lang="nl-NL" b="1" dirty="0"/>
              <a:t>13.30 Erik </a:t>
            </a:r>
            <a:r>
              <a:rPr lang="nl-NL" b="1" dirty="0" err="1"/>
              <a:t>Dietvorst</a:t>
            </a:r>
            <a:r>
              <a:rPr lang="nl-NL" dirty="0"/>
              <a:t> – HAS Green Academy, docent </a:t>
            </a:r>
            <a:r>
              <a:rPr lang="nl-NL" dirty="0" err="1"/>
              <a:t>Applied</a:t>
            </a:r>
            <a:r>
              <a:rPr lang="nl-NL" dirty="0"/>
              <a:t> </a:t>
            </a:r>
            <a:r>
              <a:rPr lang="nl-NL" dirty="0" err="1"/>
              <a:t>Geo</a:t>
            </a:r>
            <a:r>
              <a:rPr lang="nl-NL" dirty="0"/>
              <a:t> Information </a:t>
            </a:r>
            <a:r>
              <a:rPr lang="nl-NL" dirty="0" err="1"/>
              <a:t>Science</a:t>
            </a:r>
            <a:endParaRPr lang="nl-NL" dirty="0"/>
          </a:p>
          <a:p>
            <a:r>
              <a:rPr lang="nl-NL" b="1" dirty="0"/>
              <a:t>14.00</a:t>
            </a:r>
            <a:r>
              <a:rPr lang="nl-NL" dirty="0"/>
              <a:t> Koffie</a:t>
            </a:r>
            <a:endParaRPr lang="nl-NL" b="1" dirty="0"/>
          </a:p>
          <a:p>
            <a:r>
              <a:rPr lang="nl-NL" b="1" dirty="0"/>
              <a:t>14.15 Andy Bruijns</a:t>
            </a:r>
            <a:r>
              <a:rPr lang="nl-NL" dirty="0"/>
              <a:t> – Hogeschool Rotterdam (HR), docent-onderzoeker Civiele Techniek en Watermanagement.</a:t>
            </a:r>
          </a:p>
          <a:p>
            <a:r>
              <a:rPr lang="nl-NL" b="1" dirty="0"/>
              <a:t>14.45 Nick van Kleij</a:t>
            </a:r>
            <a:r>
              <a:rPr lang="nl-NL" dirty="0"/>
              <a:t> (student HR) en </a:t>
            </a:r>
            <a:r>
              <a:rPr lang="nl-NL" b="1" dirty="0"/>
              <a:t>Bas </a:t>
            </a:r>
            <a:r>
              <a:rPr lang="nl-NL" b="1" dirty="0" err="1"/>
              <a:t>Agerbeek</a:t>
            </a:r>
            <a:r>
              <a:rPr lang="nl-NL" dirty="0"/>
              <a:t> (Provincie Overijssel)</a:t>
            </a:r>
          </a:p>
          <a:p>
            <a:pPr marL="0" indent="0">
              <a:buNone/>
            </a:pPr>
            <a:endParaRPr lang="nl-NL" dirty="0"/>
          </a:p>
        </p:txBody>
      </p:sp>
      <p:sp>
        <p:nvSpPr>
          <p:cNvPr id="4" name="Tijdelijke aanduiding voor inhoud 3">
            <a:extLst>
              <a:ext uri="{FF2B5EF4-FFF2-40B4-BE49-F238E27FC236}">
                <a16:creationId xmlns:a16="http://schemas.microsoft.com/office/drawing/2014/main" id="{B55A3841-D6ED-69CE-2BA9-4376135EAB8D}"/>
              </a:ext>
            </a:extLst>
          </p:cNvPr>
          <p:cNvSpPr>
            <a:spLocks noGrp="1"/>
          </p:cNvSpPr>
          <p:nvPr>
            <p:ph sz="half" idx="2"/>
          </p:nvPr>
        </p:nvSpPr>
        <p:spPr/>
        <p:txBody>
          <a:bodyPr>
            <a:normAutofit fontScale="77500" lnSpcReduction="20000"/>
          </a:bodyPr>
          <a:lstStyle/>
          <a:p>
            <a:r>
              <a:rPr lang="nl-NL" b="1" dirty="0"/>
              <a:t>15.15</a:t>
            </a:r>
            <a:r>
              <a:rPr lang="nl-NL" dirty="0"/>
              <a:t> Pauze</a:t>
            </a:r>
            <a:endParaRPr lang="nl-NL" b="1" dirty="0"/>
          </a:p>
          <a:p>
            <a:r>
              <a:rPr lang="nl-NL" b="1" dirty="0"/>
              <a:t>15.30 Tijmen Muller</a:t>
            </a:r>
            <a:r>
              <a:rPr lang="nl-NL" dirty="0"/>
              <a:t> – Hogeschool Utrecht (HU), docent Computer </a:t>
            </a:r>
            <a:r>
              <a:rPr lang="nl-NL" dirty="0" err="1"/>
              <a:t>Science</a:t>
            </a:r>
            <a:r>
              <a:rPr lang="nl-NL" dirty="0"/>
              <a:t> en </a:t>
            </a:r>
            <a:r>
              <a:rPr lang="nl-NL" b="1" dirty="0"/>
              <a:t>Ward van </a:t>
            </a:r>
            <a:r>
              <a:rPr lang="nl-NL" b="1" dirty="0" err="1"/>
              <a:t>Laatum</a:t>
            </a:r>
            <a:r>
              <a:rPr lang="nl-NL" b="1" dirty="0"/>
              <a:t> </a:t>
            </a:r>
            <a:r>
              <a:rPr lang="nl-NL" dirty="0"/>
              <a:t>(</a:t>
            </a:r>
            <a:r>
              <a:rPr lang="nl-NL" dirty="0" err="1"/>
              <a:t>Tygron</a:t>
            </a:r>
            <a:r>
              <a:rPr lang="nl-NL" dirty="0"/>
              <a:t>) </a:t>
            </a:r>
          </a:p>
          <a:p>
            <a:r>
              <a:rPr lang="nl-NL" b="1" dirty="0"/>
              <a:t>16.00 Vincent van Diermen </a:t>
            </a:r>
            <a:r>
              <a:rPr lang="nl-NL" dirty="0"/>
              <a:t>(</a:t>
            </a:r>
            <a:r>
              <a:rPr lang="nl-NL" dirty="0" err="1"/>
              <a:t>Tygron</a:t>
            </a:r>
            <a:r>
              <a:rPr lang="nl-NL" dirty="0"/>
              <a:t>)</a:t>
            </a:r>
          </a:p>
          <a:p>
            <a:r>
              <a:rPr lang="nl-NL" b="1" dirty="0"/>
              <a:t>16.15</a:t>
            </a:r>
            <a:r>
              <a:rPr lang="nl-NL" dirty="0"/>
              <a:t> Afronding &amp; vervolgafspraken</a:t>
            </a:r>
          </a:p>
          <a:p>
            <a:r>
              <a:rPr lang="nl-NL" b="1" dirty="0"/>
              <a:t>16.30 – 17.00</a:t>
            </a:r>
            <a:r>
              <a:rPr lang="nl-NL" dirty="0"/>
              <a:t> Borrel</a:t>
            </a:r>
          </a:p>
          <a:p>
            <a:endParaRPr lang="nl-NL" dirty="0"/>
          </a:p>
        </p:txBody>
      </p:sp>
      <p:sp>
        <p:nvSpPr>
          <p:cNvPr id="5" name="Tijdelijke aanduiding voor voettekst 4">
            <a:extLst>
              <a:ext uri="{FF2B5EF4-FFF2-40B4-BE49-F238E27FC236}">
                <a16:creationId xmlns:a16="http://schemas.microsoft.com/office/drawing/2014/main" id="{5F7F6683-B2C8-2EC7-FC4B-F26A697460CA}"/>
              </a:ext>
            </a:extLst>
          </p:cNvPr>
          <p:cNvSpPr>
            <a:spLocks noGrp="1"/>
          </p:cNvSpPr>
          <p:nvPr>
            <p:ph type="ftr" sz="quarter" idx="11"/>
          </p:nvPr>
        </p:nvSpPr>
        <p:spPr/>
        <p:txBody>
          <a:bodyPr/>
          <a:lstStyle/>
          <a:p>
            <a:r>
              <a:rPr lang="en-US"/>
              <a:t>Tygron Platform; Accelerated Simulations for Engineers</a:t>
            </a:r>
            <a:endParaRPr lang="nl-NL"/>
          </a:p>
        </p:txBody>
      </p:sp>
    </p:spTree>
    <p:extLst>
      <p:ext uri="{BB962C8B-B14F-4D97-AF65-F5344CB8AC3E}">
        <p14:creationId xmlns:p14="http://schemas.microsoft.com/office/powerpoint/2010/main" val="8965938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D2D4C2C-D077-9481-08F9-78B61E0BBB8D}"/>
              </a:ext>
            </a:extLst>
          </p:cNvPr>
          <p:cNvSpPr>
            <a:spLocks noGrp="1"/>
          </p:cNvSpPr>
          <p:nvPr>
            <p:ph type="title"/>
          </p:nvPr>
        </p:nvSpPr>
        <p:spPr/>
        <p:txBody>
          <a:bodyPr/>
          <a:lstStyle/>
          <a:p>
            <a:r>
              <a:rPr lang="nl-NL" dirty="0"/>
              <a:t>Uitdagingen </a:t>
            </a:r>
          </a:p>
        </p:txBody>
      </p:sp>
      <p:sp>
        <p:nvSpPr>
          <p:cNvPr id="10" name="Tijdelijke aanduiding voor inhoud 9">
            <a:extLst>
              <a:ext uri="{FF2B5EF4-FFF2-40B4-BE49-F238E27FC236}">
                <a16:creationId xmlns:a16="http://schemas.microsoft.com/office/drawing/2014/main" id="{E0E8CF38-A009-F7EB-B244-38E0FB1B00EF}"/>
              </a:ext>
            </a:extLst>
          </p:cNvPr>
          <p:cNvSpPr>
            <a:spLocks noGrp="1"/>
          </p:cNvSpPr>
          <p:nvPr>
            <p:ph idx="1"/>
          </p:nvPr>
        </p:nvSpPr>
        <p:spPr/>
        <p:txBody>
          <a:bodyPr/>
          <a:lstStyle/>
          <a:p>
            <a:endParaRPr lang="nl-NL"/>
          </a:p>
        </p:txBody>
      </p:sp>
      <p:pic>
        <p:nvPicPr>
          <p:cNvPr id="12" name="Afbeelding 11">
            <a:extLst>
              <a:ext uri="{FF2B5EF4-FFF2-40B4-BE49-F238E27FC236}">
                <a16:creationId xmlns:a16="http://schemas.microsoft.com/office/drawing/2014/main" id="{10E27DB3-524F-E086-234A-67F99885F605}"/>
              </a:ext>
            </a:extLst>
          </p:cNvPr>
          <p:cNvPicPr>
            <a:picLocks noChangeAspect="1"/>
          </p:cNvPicPr>
          <p:nvPr/>
        </p:nvPicPr>
        <p:blipFill>
          <a:blip r:embed="rId2"/>
          <a:stretch>
            <a:fillRect/>
          </a:stretch>
        </p:blipFill>
        <p:spPr>
          <a:xfrm>
            <a:off x="1975077" y="1983765"/>
            <a:ext cx="8497486" cy="4372585"/>
          </a:xfrm>
          <a:prstGeom prst="rect">
            <a:avLst/>
          </a:prstGeom>
        </p:spPr>
      </p:pic>
    </p:spTree>
    <p:extLst>
      <p:ext uri="{BB962C8B-B14F-4D97-AF65-F5344CB8AC3E}">
        <p14:creationId xmlns:p14="http://schemas.microsoft.com/office/powerpoint/2010/main" val="911556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784A7-363C-F4B8-95E7-B636184A2178}"/>
            </a:ext>
          </a:extLst>
        </p:cNvPr>
        <p:cNvGrpSpPr/>
        <p:nvPr/>
      </p:nvGrpSpPr>
      <p:grpSpPr>
        <a:xfrm>
          <a:off x="0" y="0"/>
          <a:ext cx="0" cy="0"/>
          <a:chOff x="0" y="0"/>
          <a:chExt cx="0" cy="0"/>
        </a:xfrm>
      </p:grpSpPr>
      <p:pic>
        <p:nvPicPr>
          <p:cNvPr id="7" name="Afbeelding 6">
            <a:extLst>
              <a:ext uri="{FF2B5EF4-FFF2-40B4-BE49-F238E27FC236}">
                <a16:creationId xmlns:a16="http://schemas.microsoft.com/office/drawing/2014/main" id="{93F46035-2106-26D8-B986-6880BF191EDE}"/>
              </a:ext>
            </a:extLst>
          </p:cNvPr>
          <p:cNvPicPr>
            <a:picLocks noChangeAspect="1"/>
          </p:cNvPicPr>
          <p:nvPr/>
        </p:nvPicPr>
        <p:blipFill>
          <a:blip r:embed="rId2"/>
          <a:srcRect l="-2090" t="18076" r="1" b="51745"/>
          <a:stretch/>
        </p:blipFill>
        <p:spPr>
          <a:xfrm>
            <a:off x="-254833" y="442211"/>
            <a:ext cx="12446833" cy="2008681"/>
          </a:xfrm>
          <a:prstGeom prst="rect">
            <a:avLst/>
          </a:prstGeom>
        </p:spPr>
      </p:pic>
      <p:pic>
        <p:nvPicPr>
          <p:cNvPr id="8" name="Tijdelijke aanduiding voor inhoud 4" descr="Afbeelding met zwart, duisternis&#10;&#10;Automatisch gegenereerde beschrijving">
            <a:extLst>
              <a:ext uri="{FF2B5EF4-FFF2-40B4-BE49-F238E27FC236}">
                <a16:creationId xmlns:a16="http://schemas.microsoft.com/office/drawing/2014/main" id="{CBF0840D-D0DD-B62D-E267-A3FB9FC604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6536" y="6364223"/>
            <a:ext cx="1748728" cy="336630"/>
          </a:xfrm>
          <a:prstGeom prst="rect">
            <a:avLst/>
          </a:prstGeom>
        </p:spPr>
      </p:pic>
      <p:cxnSp>
        <p:nvCxnSpPr>
          <p:cNvPr id="9" name="Rechte verbindingslijn 8">
            <a:extLst>
              <a:ext uri="{FF2B5EF4-FFF2-40B4-BE49-F238E27FC236}">
                <a16:creationId xmlns:a16="http://schemas.microsoft.com/office/drawing/2014/main" id="{0B5CCE2A-151C-0DAC-03D9-77E2687C0BC6}"/>
              </a:ext>
            </a:extLst>
          </p:cNvPr>
          <p:cNvCxnSpPr/>
          <p:nvPr/>
        </p:nvCxnSpPr>
        <p:spPr>
          <a:xfrm>
            <a:off x="216535" y="6286500"/>
            <a:ext cx="11613515"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299000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41">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jdelijke aanduiding voor inhoud 2">
            <a:extLst>
              <a:ext uri="{FF2B5EF4-FFF2-40B4-BE49-F238E27FC236}">
                <a16:creationId xmlns:a16="http://schemas.microsoft.com/office/drawing/2014/main" id="{BB43D19D-671D-794B-9248-F643D910BCD5}"/>
              </a:ext>
            </a:extLst>
          </p:cNvPr>
          <p:cNvSpPr>
            <a:spLocks noGrp="1"/>
          </p:cNvSpPr>
          <p:nvPr>
            <p:ph sz="half" idx="1"/>
          </p:nvPr>
        </p:nvSpPr>
        <p:spPr>
          <a:xfrm>
            <a:off x="630936" y="2807208"/>
            <a:ext cx="3429000" cy="3410712"/>
          </a:xfrm>
        </p:spPr>
        <p:txBody>
          <a:bodyPr vert="horz" lIns="91440" tIns="45720" rIns="91440" bIns="45720" rtlCol="0" anchor="t">
            <a:normAutofit/>
          </a:bodyPr>
          <a:lstStyle/>
          <a:p>
            <a:r>
              <a:rPr lang="en-US" sz="2200" err="1"/>
              <a:t>Gemeentes</a:t>
            </a:r>
            <a:endParaRPr lang="en-US" sz="2200"/>
          </a:p>
          <a:p>
            <a:r>
              <a:rPr lang="en-US" sz="2200" err="1"/>
              <a:t>Waterschappen</a:t>
            </a:r>
            <a:endParaRPr lang="en-US" sz="2200"/>
          </a:p>
          <a:p>
            <a:r>
              <a:rPr lang="en-US" sz="2200" err="1"/>
              <a:t>Provincies</a:t>
            </a:r>
            <a:endParaRPr lang="en-US" sz="2200"/>
          </a:p>
          <a:p>
            <a:r>
              <a:rPr lang="en-US" sz="2200"/>
              <a:t>Consultants </a:t>
            </a:r>
          </a:p>
          <a:p>
            <a:pPr marL="0" indent="0">
              <a:buNone/>
            </a:pPr>
            <a:endParaRPr lang="en-US" sz="2200"/>
          </a:p>
          <a:p>
            <a:pPr marL="0" indent="0">
              <a:buNone/>
            </a:pPr>
            <a:endParaRPr lang="en-US" sz="2200"/>
          </a:p>
          <a:p>
            <a:r>
              <a:rPr lang="en-US" sz="2200"/>
              <a:t>20 </a:t>
            </a:r>
            <a:r>
              <a:rPr lang="en-US" sz="2200" err="1"/>
              <a:t>landen</a:t>
            </a:r>
            <a:endParaRPr lang="en-US" sz="2200"/>
          </a:p>
          <a:p>
            <a:r>
              <a:rPr lang="en-US" sz="2200"/>
              <a:t>30.000 </a:t>
            </a:r>
            <a:r>
              <a:rPr lang="en-US" sz="2200" err="1"/>
              <a:t>projecten</a:t>
            </a:r>
            <a:endParaRPr lang="en-US" sz="2200"/>
          </a:p>
          <a:p>
            <a:endParaRPr lang="en-US" sz="2200"/>
          </a:p>
        </p:txBody>
      </p:sp>
      <p:pic>
        <p:nvPicPr>
          <p:cNvPr id="37" name="Tijdelijke aanduiding voor inhoud 36">
            <a:extLst>
              <a:ext uri="{FF2B5EF4-FFF2-40B4-BE49-F238E27FC236}">
                <a16:creationId xmlns:a16="http://schemas.microsoft.com/office/drawing/2014/main" id="{C45DF826-2B84-D423-C2AE-923637FD79C2}"/>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754889" y="2442082"/>
            <a:ext cx="6903720" cy="4090456"/>
          </a:xfrm>
          <a:prstGeom prst="rect">
            <a:avLst/>
          </a:prstGeom>
        </p:spPr>
      </p:pic>
      <p:pic>
        <p:nvPicPr>
          <p:cNvPr id="7" name="Afbeelding 6">
            <a:extLst>
              <a:ext uri="{FF2B5EF4-FFF2-40B4-BE49-F238E27FC236}">
                <a16:creationId xmlns:a16="http://schemas.microsoft.com/office/drawing/2014/main" id="{C4BEE356-3588-2BB2-A3F7-91A2DDBF1019}"/>
              </a:ext>
            </a:extLst>
          </p:cNvPr>
          <p:cNvPicPr>
            <a:picLocks noChangeAspect="1"/>
          </p:cNvPicPr>
          <p:nvPr/>
        </p:nvPicPr>
        <p:blipFill>
          <a:blip r:embed="rId3"/>
          <a:srcRect l="-2090" t="18076" r="1" b="51745"/>
          <a:stretch/>
        </p:blipFill>
        <p:spPr>
          <a:xfrm>
            <a:off x="-254833" y="442211"/>
            <a:ext cx="12446833" cy="2008681"/>
          </a:xfrm>
          <a:prstGeom prst="rect">
            <a:avLst/>
          </a:prstGeom>
        </p:spPr>
      </p:pic>
      <p:pic>
        <p:nvPicPr>
          <p:cNvPr id="8" name="Tijdelijke aanduiding voor inhoud 4" descr="Afbeelding met zwart, duisternis&#10;&#10;Automatisch gegenereerde beschrijving">
            <a:extLst>
              <a:ext uri="{FF2B5EF4-FFF2-40B4-BE49-F238E27FC236}">
                <a16:creationId xmlns:a16="http://schemas.microsoft.com/office/drawing/2014/main" id="{27A6B928-6FF5-3E8D-EB6E-8FB1AD057F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6536" y="6364223"/>
            <a:ext cx="1748728" cy="336630"/>
          </a:xfrm>
          <a:prstGeom prst="rect">
            <a:avLst/>
          </a:prstGeom>
        </p:spPr>
      </p:pic>
      <p:cxnSp>
        <p:nvCxnSpPr>
          <p:cNvPr id="9" name="Rechte verbindingslijn 8">
            <a:extLst>
              <a:ext uri="{FF2B5EF4-FFF2-40B4-BE49-F238E27FC236}">
                <a16:creationId xmlns:a16="http://schemas.microsoft.com/office/drawing/2014/main" id="{7254B502-5EF0-F258-5CD7-1669C44B4311}"/>
              </a:ext>
            </a:extLst>
          </p:cNvPr>
          <p:cNvCxnSpPr/>
          <p:nvPr/>
        </p:nvCxnSpPr>
        <p:spPr>
          <a:xfrm>
            <a:off x="216535" y="6286500"/>
            <a:ext cx="11613515" cy="0"/>
          </a:xfrm>
          <a:prstGeom prst="line">
            <a:avLst/>
          </a:prstGeom>
        </p:spPr>
        <p:style>
          <a:lnRef idx="2">
            <a:schemeClr val="dk1"/>
          </a:lnRef>
          <a:fillRef idx="0">
            <a:schemeClr val="dk1"/>
          </a:fillRef>
          <a:effectRef idx="1">
            <a:schemeClr val="dk1"/>
          </a:effectRef>
          <a:fontRef idx="minor">
            <a:schemeClr val="tx1"/>
          </a:fontRef>
        </p:style>
      </p:cxnSp>
      <p:pic>
        <p:nvPicPr>
          <p:cNvPr id="5" name="Graphic 4">
            <a:extLst>
              <a:ext uri="{FF2B5EF4-FFF2-40B4-BE49-F238E27FC236}">
                <a16:creationId xmlns:a16="http://schemas.microsoft.com/office/drawing/2014/main" id="{C387ACA4-DB06-E9CC-BD5C-29EE1E3D32C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45407" y="3259583"/>
            <a:ext cx="498909" cy="498909"/>
          </a:xfrm>
          <a:prstGeom prst="rect">
            <a:avLst/>
          </a:prstGeom>
        </p:spPr>
      </p:pic>
    </p:spTree>
    <p:extLst>
      <p:ext uri="{BB962C8B-B14F-4D97-AF65-F5344CB8AC3E}">
        <p14:creationId xmlns:p14="http://schemas.microsoft.com/office/powerpoint/2010/main" val="6366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0DFF9-6A6E-353B-C545-316F4D5C9BAC}"/>
            </a:ext>
          </a:extLst>
        </p:cNvPr>
        <p:cNvGrpSpPr/>
        <p:nvPr/>
      </p:nvGrpSpPr>
      <p:grpSpPr>
        <a:xfrm>
          <a:off x="0" y="0"/>
          <a:ext cx="0" cy="0"/>
          <a:chOff x="0" y="0"/>
          <a:chExt cx="0" cy="0"/>
        </a:xfrm>
      </p:grpSpPr>
      <p:pic>
        <p:nvPicPr>
          <p:cNvPr id="11" name="Tijdelijke aanduiding voor inhoud 10" descr="Afbeelding met tekst, schermopname, ontwerp, voedsel&#10;&#10;Automatisch gegenereerde beschrijving">
            <a:extLst>
              <a:ext uri="{FF2B5EF4-FFF2-40B4-BE49-F238E27FC236}">
                <a16:creationId xmlns:a16="http://schemas.microsoft.com/office/drawing/2014/main" id="{D9520DAF-F3E4-38B3-2E62-095EF660FBCA}"/>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43383" y="461067"/>
            <a:ext cx="5181600" cy="3374065"/>
          </a:xfrm>
        </p:spPr>
      </p:pic>
      <p:pic>
        <p:nvPicPr>
          <p:cNvPr id="5" name="Tijdelijke aanduiding voor inhoud 4" descr="Afbeelding met zwart, duisternis&#10;&#10;Automatisch gegenereerde beschrijving">
            <a:extLst>
              <a:ext uri="{FF2B5EF4-FFF2-40B4-BE49-F238E27FC236}">
                <a16:creationId xmlns:a16="http://schemas.microsoft.com/office/drawing/2014/main" id="{9EBEF117-F419-6DF9-2607-54AF11627F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6536" y="6364223"/>
            <a:ext cx="1748728" cy="336630"/>
          </a:xfrm>
          <a:prstGeom prst="rect">
            <a:avLst/>
          </a:prstGeom>
        </p:spPr>
      </p:pic>
      <p:cxnSp>
        <p:nvCxnSpPr>
          <p:cNvPr id="7" name="Rechte verbindingslijn 6">
            <a:extLst>
              <a:ext uri="{FF2B5EF4-FFF2-40B4-BE49-F238E27FC236}">
                <a16:creationId xmlns:a16="http://schemas.microsoft.com/office/drawing/2014/main" id="{A028C289-C683-8101-5369-59668F43A872}"/>
              </a:ext>
            </a:extLst>
          </p:cNvPr>
          <p:cNvCxnSpPr/>
          <p:nvPr/>
        </p:nvCxnSpPr>
        <p:spPr>
          <a:xfrm>
            <a:off x="216535" y="6286500"/>
            <a:ext cx="11613515" cy="0"/>
          </a:xfrm>
          <a:prstGeom prst="line">
            <a:avLst/>
          </a:prstGeom>
        </p:spPr>
        <p:style>
          <a:lnRef idx="2">
            <a:schemeClr val="dk1"/>
          </a:lnRef>
          <a:fillRef idx="0">
            <a:schemeClr val="dk1"/>
          </a:fillRef>
          <a:effectRef idx="1">
            <a:schemeClr val="dk1"/>
          </a:effectRef>
          <a:fontRef idx="minor">
            <a:schemeClr val="tx1"/>
          </a:fontRef>
        </p:style>
      </p:cxnSp>
      <p:pic>
        <p:nvPicPr>
          <p:cNvPr id="6" name="Tijdelijke aanduiding voor inhoud 10" descr="Afbeelding met tekst, schermopname, ontwerp, voedsel&#10;&#10;Automatisch gegenereerde beschrijving">
            <a:extLst>
              <a:ext uri="{FF2B5EF4-FFF2-40B4-BE49-F238E27FC236}">
                <a16:creationId xmlns:a16="http://schemas.microsoft.com/office/drawing/2014/main" id="{09358C42-773A-3614-B0EF-2970E0E7088B}"/>
              </a:ext>
            </a:extLst>
          </p:cNvPr>
          <p:cNvPicPr>
            <a:picLocks noChangeAspect="1"/>
          </p:cNvPicPr>
          <p:nvPr/>
        </p:nvPicPr>
        <p:blipFill>
          <a:blip r:embed="rId2">
            <a:extLst>
              <a:ext uri="{28A0092B-C50C-407E-A947-70E740481C1C}">
                <a14:useLocalDpi xmlns:a14="http://schemas.microsoft.com/office/drawing/2010/main" val="0"/>
              </a:ext>
            </a:extLst>
          </a:blip>
          <a:srcRect r="9073" b="24481"/>
          <a:stretch/>
        </p:blipFill>
        <p:spPr>
          <a:xfrm>
            <a:off x="143383" y="461067"/>
            <a:ext cx="4711459" cy="254806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pic>
      <p:sp>
        <p:nvSpPr>
          <p:cNvPr id="10" name="Tekstvak 9">
            <a:extLst>
              <a:ext uri="{FF2B5EF4-FFF2-40B4-BE49-F238E27FC236}">
                <a16:creationId xmlns:a16="http://schemas.microsoft.com/office/drawing/2014/main" id="{6B01E899-8875-BE44-8F1F-D4F0B1B8C3B1}"/>
              </a:ext>
            </a:extLst>
          </p:cNvPr>
          <p:cNvSpPr txBox="1"/>
          <p:nvPr/>
        </p:nvSpPr>
        <p:spPr>
          <a:xfrm>
            <a:off x="1730024" y="4659218"/>
            <a:ext cx="3600893" cy="584775"/>
          </a:xfrm>
          <a:prstGeom prst="rect">
            <a:avLst/>
          </a:prstGeom>
          <a:noFill/>
        </p:spPr>
        <p:txBody>
          <a:bodyPr wrap="square" rtlCol="0">
            <a:spAutoFit/>
          </a:bodyPr>
          <a:lstStyle/>
          <a:p>
            <a:r>
              <a:rPr lang="nl-NL" sz="3200"/>
              <a:t>Integreren  </a:t>
            </a:r>
            <a:endParaRPr lang="en-GB" sz="3200"/>
          </a:p>
        </p:txBody>
      </p:sp>
    </p:spTree>
    <p:extLst>
      <p:ext uri="{BB962C8B-B14F-4D97-AF65-F5344CB8AC3E}">
        <p14:creationId xmlns:p14="http://schemas.microsoft.com/office/powerpoint/2010/main" val="3793451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FEC0F-FD89-B996-8B8B-B5C6F5E9309A}"/>
            </a:ext>
          </a:extLst>
        </p:cNvPr>
        <p:cNvGrpSpPr/>
        <p:nvPr/>
      </p:nvGrpSpPr>
      <p:grpSpPr>
        <a:xfrm>
          <a:off x="0" y="0"/>
          <a:ext cx="0" cy="0"/>
          <a:chOff x="0" y="0"/>
          <a:chExt cx="0" cy="0"/>
        </a:xfrm>
      </p:grpSpPr>
      <p:pic>
        <p:nvPicPr>
          <p:cNvPr id="16" name="Afbeelding 15">
            <a:extLst>
              <a:ext uri="{FF2B5EF4-FFF2-40B4-BE49-F238E27FC236}">
                <a16:creationId xmlns:a16="http://schemas.microsoft.com/office/drawing/2014/main" id="{6EC71EB9-EF9A-F5A7-32B5-C777D1FE557B}"/>
              </a:ext>
            </a:extLst>
          </p:cNvPr>
          <p:cNvPicPr>
            <a:picLocks noChangeAspect="1"/>
          </p:cNvPicPr>
          <p:nvPr/>
        </p:nvPicPr>
        <p:blipFill>
          <a:blip r:embed="rId2"/>
          <a:stretch>
            <a:fillRect/>
          </a:stretch>
        </p:blipFill>
        <p:spPr>
          <a:xfrm>
            <a:off x="6919540" y="753811"/>
            <a:ext cx="4846502" cy="2387139"/>
          </a:xfrm>
          <a:prstGeom prst="rect">
            <a:avLst/>
          </a:prstGeom>
        </p:spPr>
      </p:pic>
      <p:pic>
        <p:nvPicPr>
          <p:cNvPr id="11" name="Tijdelijke aanduiding voor inhoud 10" descr="Afbeelding met tekst, schermopname, ontwerp, voedsel&#10;&#10;Automatisch gegenereerde beschrijving">
            <a:extLst>
              <a:ext uri="{FF2B5EF4-FFF2-40B4-BE49-F238E27FC236}">
                <a16:creationId xmlns:a16="http://schemas.microsoft.com/office/drawing/2014/main" id="{4A77D6E1-A481-3191-A37C-EDB72229312E}"/>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143383" y="461067"/>
            <a:ext cx="5181600" cy="3374065"/>
          </a:xfrm>
        </p:spPr>
      </p:pic>
      <p:pic>
        <p:nvPicPr>
          <p:cNvPr id="3" name="Tijdelijke aanduiding voor inhoud 6" descr="Afbeelding met tekst&#10;&#10;Automatisch gegenereerde beschrijving">
            <a:extLst>
              <a:ext uri="{FF2B5EF4-FFF2-40B4-BE49-F238E27FC236}">
                <a16:creationId xmlns:a16="http://schemas.microsoft.com/office/drawing/2014/main" id="{DB675D07-1C52-7960-5BF4-AE503983B4E9}"/>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6937830" y="745331"/>
            <a:ext cx="4828212" cy="2381918"/>
          </a:xfrm>
          <a:prstGeom prst="rect">
            <a:avLst/>
          </a:prstGeom>
        </p:spPr>
      </p:pic>
      <p:pic>
        <p:nvPicPr>
          <p:cNvPr id="5" name="Tijdelijke aanduiding voor inhoud 4" descr="Afbeelding met zwart, duisternis&#10;&#10;Automatisch gegenereerde beschrijving">
            <a:extLst>
              <a:ext uri="{FF2B5EF4-FFF2-40B4-BE49-F238E27FC236}">
                <a16:creationId xmlns:a16="http://schemas.microsoft.com/office/drawing/2014/main" id="{7EA3AF33-16AC-7C4D-8953-F61F653E8B1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6536" y="6364223"/>
            <a:ext cx="1748728" cy="336630"/>
          </a:xfrm>
          <a:prstGeom prst="rect">
            <a:avLst/>
          </a:prstGeom>
        </p:spPr>
      </p:pic>
      <p:cxnSp>
        <p:nvCxnSpPr>
          <p:cNvPr id="7" name="Rechte verbindingslijn 6">
            <a:extLst>
              <a:ext uri="{FF2B5EF4-FFF2-40B4-BE49-F238E27FC236}">
                <a16:creationId xmlns:a16="http://schemas.microsoft.com/office/drawing/2014/main" id="{6049D2DA-E87D-B978-EBC0-86460C560156}"/>
              </a:ext>
            </a:extLst>
          </p:cNvPr>
          <p:cNvCxnSpPr/>
          <p:nvPr/>
        </p:nvCxnSpPr>
        <p:spPr>
          <a:xfrm>
            <a:off x="216535" y="6286500"/>
            <a:ext cx="11613515" cy="0"/>
          </a:xfrm>
          <a:prstGeom prst="line">
            <a:avLst/>
          </a:prstGeom>
        </p:spPr>
        <p:style>
          <a:lnRef idx="2">
            <a:schemeClr val="dk1"/>
          </a:lnRef>
          <a:fillRef idx="0">
            <a:schemeClr val="dk1"/>
          </a:fillRef>
          <a:effectRef idx="1">
            <a:schemeClr val="dk1"/>
          </a:effectRef>
          <a:fontRef idx="minor">
            <a:schemeClr val="tx1"/>
          </a:fontRef>
        </p:style>
      </p:cxnSp>
      <p:pic>
        <p:nvPicPr>
          <p:cNvPr id="6" name="Tijdelijke aanduiding voor inhoud 10" descr="Afbeelding met tekst, schermopname, ontwerp, voedsel&#10;&#10;Automatisch gegenereerde beschrijving">
            <a:extLst>
              <a:ext uri="{FF2B5EF4-FFF2-40B4-BE49-F238E27FC236}">
                <a16:creationId xmlns:a16="http://schemas.microsoft.com/office/drawing/2014/main" id="{5BB72E27-4644-B7DC-D534-FB1838DF0AA6}"/>
              </a:ext>
            </a:extLst>
          </p:cNvPr>
          <p:cNvPicPr>
            <a:picLocks noChangeAspect="1"/>
          </p:cNvPicPr>
          <p:nvPr/>
        </p:nvPicPr>
        <p:blipFill>
          <a:blip r:embed="rId3">
            <a:extLst>
              <a:ext uri="{28A0092B-C50C-407E-A947-70E740481C1C}">
                <a14:useLocalDpi xmlns:a14="http://schemas.microsoft.com/office/drawing/2010/main" val="0"/>
              </a:ext>
            </a:extLst>
          </a:blip>
          <a:srcRect r="9073" b="24481"/>
          <a:stretch/>
        </p:blipFill>
        <p:spPr>
          <a:xfrm>
            <a:off x="143383" y="461067"/>
            <a:ext cx="4711459" cy="2548062"/>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pic>
      <p:sp>
        <p:nvSpPr>
          <p:cNvPr id="2" name="Tekstvak 1">
            <a:extLst>
              <a:ext uri="{FF2B5EF4-FFF2-40B4-BE49-F238E27FC236}">
                <a16:creationId xmlns:a16="http://schemas.microsoft.com/office/drawing/2014/main" id="{97AF1875-8D9D-1B9B-B589-9CA6E9A9367D}"/>
              </a:ext>
            </a:extLst>
          </p:cNvPr>
          <p:cNvSpPr txBox="1"/>
          <p:nvPr/>
        </p:nvSpPr>
        <p:spPr>
          <a:xfrm>
            <a:off x="7064024" y="4542260"/>
            <a:ext cx="3600893" cy="584775"/>
          </a:xfrm>
          <a:prstGeom prst="rect">
            <a:avLst/>
          </a:prstGeom>
          <a:noFill/>
        </p:spPr>
        <p:txBody>
          <a:bodyPr wrap="square" rtlCol="0">
            <a:spAutoFit/>
          </a:bodyPr>
          <a:lstStyle/>
          <a:p>
            <a:r>
              <a:rPr lang="nl-NL" sz="3200"/>
              <a:t>Simuleren   </a:t>
            </a:r>
            <a:endParaRPr lang="en-GB" sz="3200"/>
          </a:p>
        </p:txBody>
      </p:sp>
      <p:sp>
        <p:nvSpPr>
          <p:cNvPr id="4" name="Tekstvak 3">
            <a:extLst>
              <a:ext uri="{FF2B5EF4-FFF2-40B4-BE49-F238E27FC236}">
                <a16:creationId xmlns:a16="http://schemas.microsoft.com/office/drawing/2014/main" id="{B64C923B-B419-F9BC-AC61-66C0FF29092C}"/>
              </a:ext>
            </a:extLst>
          </p:cNvPr>
          <p:cNvSpPr txBox="1"/>
          <p:nvPr/>
        </p:nvSpPr>
        <p:spPr>
          <a:xfrm>
            <a:off x="1730024" y="4659218"/>
            <a:ext cx="3600893" cy="584775"/>
          </a:xfrm>
          <a:prstGeom prst="rect">
            <a:avLst/>
          </a:prstGeom>
          <a:noFill/>
        </p:spPr>
        <p:txBody>
          <a:bodyPr wrap="square" rtlCol="0">
            <a:spAutoFit/>
          </a:bodyPr>
          <a:lstStyle/>
          <a:p>
            <a:r>
              <a:rPr lang="nl-NL" sz="3200"/>
              <a:t>Integreren  </a:t>
            </a:r>
            <a:endParaRPr lang="en-GB" sz="3200"/>
          </a:p>
        </p:txBody>
      </p:sp>
    </p:spTree>
    <p:extLst>
      <p:ext uri="{BB962C8B-B14F-4D97-AF65-F5344CB8AC3E}">
        <p14:creationId xmlns:p14="http://schemas.microsoft.com/office/powerpoint/2010/main" val="3868130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57610-45AF-3797-CB2F-EA06F6BD3328}"/>
            </a:ext>
          </a:extLst>
        </p:cNvPr>
        <p:cNvGrpSpPr/>
        <p:nvPr/>
      </p:nvGrpSpPr>
      <p:grpSpPr>
        <a:xfrm>
          <a:off x="0" y="0"/>
          <a:ext cx="0" cy="0"/>
          <a:chOff x="0" y="0"/>
          <a:chExt cx="0" cy="0"/>
        </a:xfrm>
      </p:grpSpPr>
      <p:pic>
        <p:nvPicPr>
          <p:cNvPr id="11" name="Tijdelijke aanduiding voor inhoud 10" descr="Afbeelding met tekst, schermopname, ontwerp, voedsel&#10;&#10;Automatisch gegenereerde beschrijving">
            <a:extLst>
              <a:ext uri="{FF2B5EF4-FFF2-40B4-BE49-F238E27FC236}">
                <a16:creationId xmlns:a16="http://schemas.microsoft.com/office/drawing/2014/main" id="{C9831CA1-7975-C808-8B97-88D20548C948}"/>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43383" y="461067"/>
            <a:ext cx="5181600" cy="3374065"/>
          </a:xfrm>
        </p:spPr>
      </p:pic>
      <p:pic>
        <p:nvPicPr>
          <p:cNvPr id="3" name="Tijdelijke aanduiding voor inhoud 6" descr="Afbeelding met tekst&#10;&#10;Automatisch gegenereerde beschrijving">
            <a:extLst>
              <a:ext uri="{FF2B5EF4-FFF2-40B4-BE49-F238E27FC236}">
                <a16:creationId xmlns:a16="http://schemas.microsoft.com/office/drawing/2014/main" id="{ACE29D46-2480-6191-5DA0-4C430ADA008F}"/>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937830" y="745331"/>
            <a:ext cx="4828212" cy="2381918"/>
          </a:xfrm>
          <a:prstGeom prst="rect">
            <a:avLst/>
          </a:prstGeom>
        </p:spPr>
      </p:pic>
      <p:pic>
        <p:nvPicPr>
          <p:cNvPr id="5" name="Tijdelijke aanduiding voor inhoud 4" descr="Afbeelding met zwart, duisternis&#10;&#10;Automatisch gegenereerde beschrijving">
            <a:extLst>
              <a:ext uri="{FF2B5EF4-FFF2-40B4-BE49-F238E27FC236}">
                <a16:creationId xmlns:a16="http://schemas.microsoft.com/office/drawing/2014/main" id="{95D71C24-F555-9B79-B435-01D3ABC36D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6536" y="6364223"/>
            <a:ext cx="1748728" cy="336630"/>
          </a:xfrm>
          <a:prstGeom prst="rect">
            <a:avLst/>
          </a:prstGeom>
        </p:spPr>
      </p:pic>
      <p:pic>
        <p:nvPicPr>
          <p:cNvPr id="16" name="Afbeelding 15">
            <a:extLst>
              <a:ext uri="{FF2B5EF4-FFF2-40B4-BE49-F238E27FC236}">
                <a16:creationId xmlns:a16="http://schemas.microsoft.com/office/drawing/2014/main" id="{47A2FED4-477F-4044-459F-DDD7F2D5E9E2}"/>
              </a:ext>
            </a:extLst>
          </p:cNvPr>
          <p:cNvPicPr>
            <a:picLocks noChangeAspect="1"/>
          </p:cNvPicPr>
          <p:nvPr/>
        </p:nvPicPr>
        <p:blipFill>
          <a:blip r:embed="rId5"/>
          <a:stretch>
            <a:fillRect/>
          </a:stretch>
        </p:blipFill>
        <p:spPr>
          <a:xfrm>
            <a:off x="6919540" y="753811"/>
            <a:ext cx="4846502" cy="2387139"/>
          </a:xfrm>
          <a:prstGeom prst="rect">
            <a:avLst/>
          </a:prstGeom>
        </p:spPr>
      </p:pic>
      <p:pic>
        <p:nvPicPr>
          <p:cNvPr id="20" name="Afbeelding 19" descr="Afbeelding met computer, Uitvoerapparaat, computer, Elektronisch apparaat&#10;&#10;Door AI gegenereerde inhoud is mogelijk onjuist.">
            <a:extLst>
              <a:ext uri="{FF2B5EF4-FFF2-40B4-BE49-F238E27FC236}">
                <a16:creationId xmlns:a16="http://schemas.microsoft.com/office/drawing/2014/main" id="{60807812-08B5-D591-E82D-4540A5335B0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86428" y="3843611"/>
            <a:ext cx="5075020" cy="2857237"/>
          </a:xfrm>
          <a:prstGeom prst="rect">
            <a:avLst/>
          </a:prstGeom>
        </p:spPr>
      </p:pic>
      <p:cxnSp>
        <p:nvCxnSpPr>
          <p:cNvPr id="7" name="Rechte verbindingslijn 6">
            <a:extLst>
              <a:ext uri="{FF2B5EF4-FFF2-40B4-BE49-F238E27FC236}">
                <a16:creationId xmlns:a16="http://schemas.microsoft.com/office/drawing/2014/main" id="{6CCF7FD9-DFF0-F0B2-24AE-E1FB52F15639}"/>
              </a:ext>
            </a:extLst>
          </p:cNvPr>
          <p:cNvCxnSpPr/>
          <p:nvPr/>
        </p:nvCxnSpPr>
        <p:spPr>
          <a:xfrm>
            <a:off x="216535" y="6286500"/>
            <a:ext cx="11613515"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671237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35BFE-8C26-4439-AD69-834830FEDFD3}"/>
            </a:ext>
          </a:extLst>
        </p:cNvPr>
        <p:cNvGrpSpPr/>
        <p:nvPr/>
      </p:nvGrpSpPr>
      <p:grpSpPr>
        <a:xfrm>
          <a:off x="0" y="0"/>
          <a:ext cx="0" cy="0"/>
          <a:chOff x="0" y="0"/>
          <a:chExt cx="0" cy="0"/>
        </a:xfrm>
      </p:grpSpPr>
      <p:pic>
        <p:nvPicPr>
          <p:cNvPr id="11" name="Tijdelijke aanduiding voor inhoud 10" descr="Afbeelding met tekst, schermopname, ontwerp, voedsel&#10;&#10;Automatisch gegenereerde beschrijving">
            <a:extLst>
              <a:ext uri="{FF2B5EF4-FFF2-40B4-BE49-F238E27FC236}">
                <a16:creationId xmlns:a16="http://schemas.microsoft.com/office/drawing/2014/main" id="{061EE2F1-3245-F7B9-AE83-1C6F69F39B4F}"/>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43383" y="461067"/>
            <a:ext cx="5181600" cy="3374065"/>
          </a:xfrm>
        </p:spPr>
      </p:pic>
      <p:pic>
        <p:nvPicPr>
          <p:cNvPr id="3" name="Tijdelijke aanduiding voor inhoud 6" descr="Afbeelding met tekst&#10;&#10;Automatisch gegenereerde beschrijving">
            <a:extLst>
              <a:ext uri="{FF2B5EF4-FFF2-40B4-BE49-F238E27FC236}">
                <a16:creationId xmlns:a16="http://schemas.microsoft.com/office/drawing/2014/main" id="{25B56FC1-DE92-A4E0-0E1B-68ED0B6AC1EC}"/>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937830" y="745331"/>
            <a:ext cx="4828212" cy="2381918"/>
          </a:xfrm>
          <a:prstGeom prst="rect">
            <a:avLst/>
          </a:prstGeom>
        </p:spPr>
      </p:pic>
      <p:pic>
        <p:nvPicPr>
          <p:cNvPr id="5" name="Tijdelijke aanduiding voor inhoud 4" descr="Afbeelding met zwart, duisternis&#10;&#10;Automatisch gegenereerde beschrijving">
            <a:extLst>
              <a:ext uri="{FF2B5EF4-FFF2-40B4-BE49-F238E27FC236}">
                <a16:creationId xmlns:a16="http://schemas.microsoft.com/office/drawing/2014/main" id="{5FECE3DA-38B4-86AA-2826-B8CCF47B8C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6536" y="6364223"/>
            <a:ext cx="1748728" cy="336630"/>
          </a:xfrm>
          <a:prstGeom prst="rect">
            <a:avLst/>
          </a:prstGeom>
        </p:spPr>
      </p:pic>
      <p:pic>
        <p:nvPicPr>
          <p:cNvPr id="16" name="Afbeelding 15">
            <a:extLst>
              <a:ext uri="{FF2B5EF4-FFF2-40B4-BE49-F238E27FC236}">
                <a16:creationId xmlns:a16="http://schemas.microsoft.com/office/drawing/2014/main" id="{2E398939-A58F-9C07-F2A7-2941F786AFA3}"/>
              </a:ext>
            </a:extLst>
          </p:cNvPr>
          <p:cNvPicPr>
            <a:picLocks noChangeAspect="1"/>
          </p:cNvPicPr>
          <p:nvPr/>
        </p:nvPicPr>
        <p:blipFill>
          <a:blip r:embed="rId5"/>
          <a:stretch>
            <a:fillRect/>
          </a:stretch>
        </p:blipFill>
        <p:spPr>
          <a:xfrm>
            <a:off x="6919540" y="753811"/>
            <a:ext cx="4846502" cy="2387139"/>
          </a:xfrm>
          <a:prstGeom prst="rect">
            <a:avLst/>
          </a:prstGeom>
        </p:spPr>
      </p:pic>
      <p:cxnSp>
        <p:nvCxnSpPr>
          <p:cNvPr id="7" name="Rechte verbindingslijn 6">
            <a:extLst>
              <a:ext uri="{FF2B5EF4-FFF2-40B4-BE49-F238E27FC236}">
                <a16:creationId xmlns:a16="http://schemas.microsoft.com/office/drawing/2014/main" id="{48E86A7C-50D0-7EF4-7EDD-00EBD2B4FE5B}"/>
              </a:ext>
            </a:extLst>
          </p:cNvPr>
          <p:cNvCxnSpPr/>
          <p:nvPr/>
        </p:nvCxnSpPr>
        <p:spPr>
          <a:xfrm>
            <a:off x="216535" y="6286500"/>
            <a:ext cx="11613515" cy="0"/>
          </a:xfrm>
          <a:prstGeom prst="line">
            <a:avLst/>
          </a:prstGeom>
        </p:spPr>
        <p:style>
          <a:lnRef idx="2">
            <a:schemeClr val="dk1"/>
          </a:lnRef>
          <a:fillRef idx="0">
            <a:schemeClr val="dk1"/>
          </a:fillRef>
          <a:effectRef idx="1">
            <a:schemeClr val="dk1"/>
          </a:effectRef>
          <a:fontRef idx="minor">
            <a:schemeClr val="tx1"/>
          </a:fontRef>
        </p:style>
      </p:cxnSp>
      <p:pic>
        <p:nvPicPr>
          <p:cNvPr id="2" name="Afbeelding 1">
            <a:extLst>
              <a:ext uri="{FF2B5EF4-FFF2-40B4-BE49-F238E27FC236}">
                <a16:creationId xmlns:a16="http://schemas.microsoft.com/office/drawing/2014/main" id="{11DACD80-A624-46E3-174A-3ED129CAC674}"/>
              </a:ext>
            </a:extLst>
          </p:cNvPr>
          <p:cNvPicPr>
            <a:picLocks noChangeAspect="1"/>
          </p:cNvPicPr>
          <p:nvPr/>
        </p:nvPicPr>
        <p:blipFill>
          <a:blip r:embed="rId6"/>
          <a:stretch>
            <a:fillRect/>
          </a:stretch>
        </p:blipFill>
        <p:spPr>
          <a:xfrm>
            <a:off x="4186428" y="3843611"/>
            <a:ext cx="5073753" cy="2857233"/>
          </a:xfrm>
          <a:prstGeom prst="rect">
            <a:avLst/>
          </a:prstGeom>
        </p:spPr>
      </p:pic>
    </p:spTree>
    <p:extLst>
      <p:ext uri="{BB962C8B-B14F-4D97-AF65-F5344CB8AC3E}">
        <p14:creationId xmlns:p14="http://schemas.microsoft.com/office/powerpoint/2010/main" val="2342737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FAA79-67B6-30F2-148D-B90640102990}"/>
            </a:ext>
          </a:extLst>
        </p:cNvPr>
        <p:cNvGrpSpPr/>
        <p:nvPr/>
      </p:nvGrpSpPr>
      <p:grpSpPr>
        <a:xfrm>
          <a:off x="0" y="0"/>
          <a:ext cx="0" cy="0"/>
          <a:chOff x="0" y="0"/>
          <a:chExt cx="0" cy="0"/>
        </a:xfrm>
      </p:grpSpPr>
      <p:pic>
        <p:nvPicPr>
          <p:cNvPr id="12" name="Afbeelding 11">
            <a:extLst>
              <a:ext uri="{FF2B5EF4-FFF2-40B4-BE49-F238E27FC236}">
                <a16:creationId xmlns:a16="http://schemas.microsoft.com/office/drawing/2014/main" id="{8478B4DA-22FB-84FA-EAE1-AE535564F38E}"/>
              </a:ext>
            </a:extLst>
          </p:cNvPr>
          <p:cNvPicPr>
            <a:picLocks noChangeAspect="1"/>
          </p:cNvPicPr>
          <p:nvPr/>
        </p:nvPicPr>
        <p:blipFill>
          <a:blip r:embed="rId2"/>
          <a:stretch>
            <a:fillRect/>
          </a:stretch>
        </p:blipFill>
        <p:spPr>
          <a:xfrm>
            <a:off x="4186428" y="3843611"/>
            <a:ext cx="5073753" cy="2857233"/>
          </a:xfrm>
          <a:prstGeom prst="rect">
            <a:avLst/>
          </a:prstGeom>
        </p:spPr>
      </p:pic>
      <p:pic>
        <p:nvPicPr>
          <p:cNvPr id="5" name="Tijdelijke aanduiding voor inhoud 4" descr="Afbeelding met zwart, duisternis&#10;&#10;Automatisch gegenereerde beschrijving">
            <a:extLst>
              <a:ext uri="{FF2B5EF4-FFF2-40B4-BE49-F238E27FC236}">
                <a16:creationId xmlns:a16="http://schemas.microsoft.com/office/drawing/2014/main" id="{04CE12E6-6624-6030-AD49-C990A8F8B2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6536" y="6364223"/>
            <a:ext cx="1748728" cy="336630"/>
          </a:xfrm>
          <a:prstGeom prst="rect">
            <a:avLst/>
          </a:prstGeom>
        </p:spPr>
      </p:pic>
      <p:cxnSp>
        <p:nvCxnSpPr>
          <p:cNvPr id="7" name="Rechte verbindingslijn 6">
            <a:extLst>
              <a:ext uri="{FF2B5EF4-FFF2-40B4-BE49-F238E27FC236}">
                <a16:creationId xmlns:a16="http://schemas.microsoft.com/office/drawing/2014/main" id="{E8C5A8BA-5BCE-4328-A0CF-59FBBFC1E32C}"/>
              </a:ext>
            </a:extLst>
          </p:cNvPr>
          <p:cNvCxnSpPr/>
          <p:nvPr/>
        </p:nvCxnSpPr>
        <p:spPr>
          <a:xfrm>
            <a:off x="216535" y="6286500"/>
            <a:ext cx="11613515" cy="0"/>
          </a:xfrm>
          <a:prstGeom prst="line">
            <a:avLst/>
          </a:prstGeom>
        </p:spPr>
        <p:style>
          <a:lnRef idx="2">
            <a:schemeClr val="dk1"/>
          </a:lnRef>
          <a:fillRef idx="0">
            <a:schemeClr val="dk1"/>
          </a:fillRef>
          <a:effectRef idx="1">
            <a:schemeClr val="dk1"/>
          </a:effectRef>
          <a:fontRef idx="minor">
            <a:schemeClr val="tx1"/>
          </a:fontRef>
        </p:style>
      </p:cxnSp>
      <p:sp>
        <p:nvSpPr>
          <p:cNvPr id="3" name="Tekstvak 2">
            <a:extLst>
              <a:ext uri="{FF2B5EF4-FFF2-40B4-BE49-F238E27FC236}">
                <a16:creationId xmlns:a16="http://schemas.microsoft.com/office/drawing/2014/main" id="{080BC6DB-ACFE-E5A7-EB04-6C8B2DFFA6A9}"/>
              </a:ext>
            </a:extLst>
          </p:cNvPr>
          <p:cNvSpPr txBox="1"/>
          <p:nvPr/>
        </p:nvSpPr>
        <p:spPr>
          <a:xfrm>
            <a:off x="3660827" y="2722001"/>
            <a:ext cx="5599354" cy="584775"/>
          </a:xfrm>
          <a:prstGeom prst="rect">
            <a:avLst/>
          </a:prstGeom>
          <a:noFill/>
        </p:spPr>
        <p:txBody>
          <a:bodyPr wrap="square" rtlCol="0">
            <a:spAutoFit/>
          </a:bodyPr>
          <a:lstStyle/>
          <a:p>
            <a:r>
              <a:rPr lang="nl-NL" sz="3200"/>
              <a:t>High Performance Computing   </a:t>
            </a:r>
            <a:endParaRPr lang="en-GB" sz="3200"/>
          </a:p>
        </p:txBody>
      </p:sp>
    </p:spTree>
    <p:extLst>
      <p:ext uri="{BB962C8B-B14F-4D97-AF65-F5344CB8AC3E}">
        <p14:creationId xmlns:p14="http://schemas.microsoft.com/office/powerpoint/2010/main" val="1730630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46C77-1FB9-9A07-5A3F-8B81FD425328}"/>
            </a:ext>
          </a:extLst>
        </p:cNvPr>
        <p:cNvGrpSpPr/>
        <p:nvPr/>
      </p:nvGrpSpPr>
      <p:grpSpPr>
        <a:xfrm>
          <a:off x="0" y="0"/>
          <a:ext cx="0" cy="0"/>
          <a:chOff x="0" y="0"/>
          <a:chExt cx="0" cy="0"/>
        </a:xfrm>
      </p:grpSpPr>
      <p:pic>
        <p:nvPicPr>
          <p:cNvPr id="12" name="Afbeelding 11">
            <a:extLst>
              <a:ext uri="{FF2B5EF4-FFF2-40B4-BE49-F238E27FC236}">
                <a16:creationId xmlns:a16="http://schemas.microsoft.com/office/drawing/2014/main" id="{90878FC3-BA4E-7CD4-CCC0-B53EE545461E}"/>
              </a:ext>
            </a:extLst>
          </p:cNvPr>
          <p:cNvPicPr>
            <a:picLocks noChangeAspect="1"/>
          </p:cNvPicPr>
          <p:nvPr/>
        </p:nvPicPr>
        <p:blipFill>
          <a:blip r:embed="rId2"/>
          <a:stretch>
            <a:fillRect/>
          </a:stretch>
        </p:blipFill>
        <p:spPr>
          <a:xfrm>
            <a:off x="4186428" y="3843611"/>
            <a:ext cx="5073753" cy="2857233"/>
          </a:xfrm>
          <a:prstGeom prst="rect">
            <a:avLst/>
          </a:prstGeom>
        </p:spPr>
      </p:pic>
      <p:pic>
        <p:nvPicPr>
          <p:cNvPr id="5" name="Tijdelijke aanduiding voor inhoud 4" descr="Afbeelding met zwart, duisternis&#10;&#10;Automatisch gegenereerde beschrijving">
            <a:extLst>
              <a:ext uri="{FF2B5EF4-FFF2-40B4-BE49-F238E27FC236}">
                <a16:creationId xmlns:a16="http://schemas.microsoft.com/office/drawing/2014/main" id="{AF796F18-5B99-0ACD-D23C-EA386CAA7A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6536" y="6364223"/>
            <a:ext cx="1748728" cy="336630"/>
          </a:xfrm>
          <a:prstGeom prst="rect">
            <a:avLst/>
          </a:prstGeom>
        </p:spPr>
      </p:pic>
      <p:cxnSp>
        <p:nvCxnSpPr>
          <p:cNvPr id="7" name="Rechte verbindingslijn 6">
            <a:extLst>
              <a:ext uri="{FF2B5EF4-FFF2-40B4-BE49-F238E27FC236}">
                <a16:creationId xmlns:a16="http://schemas.microsoft.com/office/drawing/2014/main" id="{502110EF-FAF8-1DA8-4040-767753D2B620}"/>
              </a:ext>
            </a:extLst>
          </p:cNvPr>
          <p:cNvCxnSpPr/>
          <p:nvPr/>
        </p:nvCxnSpPr>
        <p:spPr>
          <a:xfrm>
            <a:off x="216535" y="6286500"/>
            <a:ext cx="11613515" cy="0"/>
          </a:xfrm>
          <a:prstGeom prst="line">
            <a:avLst/>
          </a:prstGeom>
        </p:spPr>
        <p:style>
          <a:lnRef idx="2">
            <a:schemeClr val="dk1"/>
          </a:lnRef>
          <a:fillRef idx="0">
            <a:schemeClr val="dk1"/>
          </a:fillRef>
          <a:effectRef idx="1">
            <a:schemeClr val="dk1"/>
          </a:effectRef>
          <a:fontRef idx="minor">
            <a:schemeClr val="tx1"/>
          </a:fontRef>
        </p:style>
      </p:cxnSp>
      <p:pic>
        <p:nvPicPr>
          <p:cNvPr id="2" name="Tijdelijke aanduiding voor inhoud 9" descr="Afbeelding met schermopname, Digitale composities, tekst&#10;&#10;Automatisch gegenereerde beschrijving">
            <a:extLst>
              <a:ext uri="{FF2B5EF4-FFF2-40B4-BE49-F238E27FC236}">
                <a16:creationId xmlns:a16="http://schemas.microsoft.com/office/drawing/2014/main" id="{D683DC64-89B6-19D9-B8C9-0E0CEE58A9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56297" y="225983"/>
            <a:ext cx="5073753" cy="3805315"/>
          </a:xfrm>
          <a:prstGeom prst="rect">
            <a:avLst/>
          </a:prstGeom>
        </p:spPr>
      </p:pic>
      <p:pic>
        <p:nvPicPr>
          <p:cNvPr id="8" name="Afbeelding 7" descr="Afbeelding met kleding, persoon, Menselijk gezicht, jongen&#10;&#10;Door AI gegenereerde inhoud is mogelijk onjuist.">
            <a:extLst>
              <a:ext uri="{FF2B5EF4-FFF2-40B4-BE49-F238E27FC236}">
                <a16:creationId xmlns:a16="http://schemas.microsoft.com/office/drawing/2014/main" id="{9B527694-42AB-1F61-445A-6E2852BB1A15}"/>
              </a:ext>
            </a:extLst>
          </p:cNvPr>
          <p:cNvPicPr>
            <a:picLocks noChangeAspect="1"/>
          </p:cNvPicPr>
          <p:nvPr/>
        </p:nvPicPr>
        <p:blipFill>
          <a:blip r:embed="rId5">
            <a:extLst>
              <a:ext uri="{28A0092B-C50C-407E-A947-70E740481C1C}">
                <a14:useLocalDpi xmlns:a14="http://schemas.microsoft.com/office/drawing/2010/main" val="0"/>
              </a:ext>
            </a:extLst>
          </a:blip>
          <a:srcRect l="10334" r="18111"/>
          <a:stretch/>
        </p:blipFill>
        <p:spPr>
          <a:xfrm rot="5400000">
            <a:off x="405851" y="649757"/>
            <a:ext cx="3962397" cy="3114849"/>
          </a:xfrm>
          <a:prstGeom prst="rect">
            <a:avLst/>
          </a:prstGeom>
        </p:spPr>
      </p:pic>
    </p:spTree>
    <p:extLst>
      <p:ext uri="{BB962C8B-B14F-4D97-AF65-F5344CB8AC3E}">
        <p14:creationId xmlns:p14="http://schemas.microsoft.com/office/powerpoint/2010/main" val="16515451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B3EC9-EB61-4413-D92C-785B91510015}"/>
            </a:ext>
          </a:extLst>
        </p:cNvPr>
        <p:cNvGrpSpPr/>
        <p:nvPr/>
      </p:nvGrpSpPr>
      <p:grpSpPr>
        <a:xfrm>
          <a:off x="0" y="0"/>
          <a:ext cx="0" cy="0"/>
          <a:chOff x="0" y="0"/>
          <a:chExt cx="0" cy="0"/>
        </a:xfrm>
      </p:grpSpPr>
      <p:pic>
        <p:nvPicPr>
          <p:cNvPr id="9" name="Afbeelding 8">
            <a:extLst>
              <a:ext uri="{FF2B5EF4-FFF2-40B4-BE49-F238E27FC236}">
                <a16:creationId xmlns:a16="http://schemas.microsoft.com/office/drawing/2014/main" id="{FA12B765-5F62-B4A0-FDB2-E0C57397CE26}"/>
              </a:ext>
            </a:extLst>
          </p:cNvPr>
          <p:cNvPicPr>
            <a:picLocks noChangeAspect="1"/>
          </p:cNvPicPr>
          <p:nvPr/>
        </p:nvPicPr>
        <p:blipFill>
          <a:blip r:embed="rId2"/>
          <a:stretch>
            <a:fillRect/>
          </a:stretch>
        </p:blipFill>
        <p:spPr>
          <a:xfrm>
            <a:off x="216535" y="3014389"/>
            <a:ext cx="5587481" cy="3696156"/>
          </a:xfrm>
          <a:prstGeom prst="rect">
            <a:avLst/>
          </a:prstGeom>
        </p:spPr>
      </p:pic>
      <p:pic>
        <p:nvPicPr>
          <p:cNvPr id="6" name="Afbeelding 5">
            <a:extLst>
              <a:ext uri="{FF2B5EF4-FFF2-40B4-BE49-F238E27FC236}">
                <a16:creationId xmlns:a16="http://schemas.microsoft.com/office/drawing/2014/main" id="{86AE2B5F-F073-7650-B80B-96A664A4CB21}"/>
              </a:ext>
            </a:extLst>
          </p:cNvPr>
          <p:cNvPicPr>
            <a:picLocks noChangeAspect="1"/>
          </p:cNvPicPr>
          <p:nvPr/>
        </p:nvPicPr>
        <p:blipFill>
          <a:blip r:embed="rId3"/>
          <a:stretch>
            <a:fillRect/>
          </a:stretch>
        </p:blipFill>
        <p:spPr>
          <a:xfrm>
            <a:off x="4186428" y="3843611"/>
            <a:ext cx="5073753" cy="2857233"/>
          </a:xfrm>
          <a:prstGeom prst="rect">
            <a:avLst/>
          </a:prstGeom>
        </p:spPr>
      </p:pic>
      <p:pic>
        <p:nvPicPr>
          <p:cNvPr id="5" name="Tijdelijke aanduiding voor inhoud 4" descr="Afbeelding met zwart, duisternis&#10;&#10;Automatisch gegenereerde beschrijving">
            <a:extLst>
              <a:ext uri="{FF2B5EF4-FFF2-40B4-BE49-F238E27FC236}">
                <a16:creationId xmlns:a16="http://schemas.microsoft.com/office/drawing/2014/main" id="{409D7A11-5CDD-1714-7A9B-1B3186215C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6536" y="6364223"/>
            <a:ext cx="1748728" cy="336630"/>
          </a:xfrm>
          <a:prstGeom prst="rect">
            <a:avLst/>
          </a:prstGeom>
        </p:spPr>
      </p:pic>
      <p:cxnSp>
        <p:nvCxnSpPr>
          <p:cNvPr id="7" name="Rechte verbindingslijn 6">
            <a:extLst>
              <a:ext uri="{FF2B5EF4-FFF2-40B4-BE49-F238E27FC236}">
                <a16:creationId xmlns:a16="http://schemas.microsoft.com/office/drawing/2014/main" id="{FBDB93AB-3E13-0449-65CC-3EA205B27849}"/>
              </a:ext>
            </a:extLst>
          </p:cNvPr>
          <p:cNvCxnSpPr/>
          <p:nvPr/>
        </p:nvCxnSpPr>
        <p:spPr>
          <a:xfrm>
            <a:off x="216535" y="6286500"/>
            <a:ext cx="11613515" cy="0"/>
          </a:xfrm>
          <a:prstGeom prst="line">
            <a:avLst/>
          </a:prstGeom>
        </p:spPr>
        <p:style>
          <a:lnRef idx="2">
            <a:schemeClr val="dk1"/>
          </a:lnRef>
          <a:fillRef idx="0">
            <a:schemeClr val="dk1"/>
          </a:fillRef>
          <a:effectRef idx="1">
            <a:schemeClr val="dk1"/>
          </a:effectRef>
          <a:fontRef idx="minor">
            <a:schemeClr val="tx1"/>
          </a:fontRef>
        </p:style>
      </p:cxnSp>
      <p:graphicFrame>
        <p:nvGraphicFramePr>
          <p:cNvPr id="8" name="Diagram 2">
            <a:extLst>
              <a:ext uri="{FF2B5EF4-FFF2-40B4-BE49-F238E27FC236}">
                <a16:creationId xmlns:a16="http://schemas.microsoft.com/office/drawing/2014/main" id="{C626B7A6-D405-BFCA-1FCC-0CC5A50E8647}"/>
              </a:ext>
            </a:extLst>
          </p:cNvPr>
          <p:cNvGraphicFramePr/>
          <p:nvPr/>
        </p:nvGraphicFramePr>
        <p:xfrm>
          <a:off x="287556" y="287698"/>
          <a:ext cx="11464487" cy="477735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6502220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Afbeelding 6">
            <a:extLst>
              <a:ext uri="{FF2B5EF4-FFF2-40B4-BE49-F238E27FC236}">
                <a16:creationId xmlns:a16="http://schemas.microsoft.com/office/drawing/2014/main" id="{B77F7D94-F8C2-5A41-431C-EB9E438376E5}"/>
              </a:ext>
            </a:extLst>
          </p:cNvPr>
          <p:cNvPicPr>
            <a:picLocks noChangeAspect="1"/>
          </p:cNvPicPr>
          <p:nvPr/>
        </p:nvPicPr>
        <p:blipFill>
          <a:blip r:embed="rId2"/>
          <a:stretch>
            <a:fillRect/>
          </a:stretch>
        </p:blipFill>
        <p:spPr>
          <a:xfrm>
            <a:off x="0" y="0"/>
            <a:ext cx="12192000" cy="6667018"/>
          </a:xfrm>
          <a:prstGeom prst="rect">
            <a:avLst/>
          </a:prstGeom>
        </p:spPr>
      </p:pic>
      <p:pic>
        <p:nvPicPr>
          <p:cNvPr id="9" name="Afbeelding 8">
            <a:extLst>
              <a:ext uri="{FF2B5EF4-FFF2-40B4-BE49-F238E27FC236}">
                <a16:creationId xmlns:a16="http://schemas.microsoft.com/office/drawing/2014/main" id="{6F777F3B-D97D-C806-FC8F-A8AAE0E929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05894" y="5333725"/>
            <a:ext cx="1603948" cy="184850"/>
          </a:xfrm>
          <a:prstGeom prst="rect">
            <a:avLst/>
          </a:prstGeom>
        </p:spPr>
      </p:pic>
      <p:pic>
        <p:nvPicPr>
          <p:cNvPr id="10" name="Tijdelijke aanduiding voor inhoud 4" descr="Afbeelding met zwart, duisternis&#10;&#10;Automatisch gegenereerde beschrijving">
            <a:extLst>
              <a:ext uri="{FF2B5EF4-FFF2-40B4-BE49-F238E27FC236}">
                <a16:creationId xmlns:a16="http://schemas.microsoft.com/office/drawing/2014/main" id="{0B2DD523-D363-042E-919C-5C6F0073A9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6536" y="6364223"/>
            <a:ext cx="1748728" cy="336630"/>
          </a:xfrm>
          <a:prstGeom prst="rect">
            <a:avLst/>
          </a:prstGeom>
        </p:spPr>
      </p:pic>
      <p:cxnSp>
        <p:nvCxnSpPr>
          <p:cNvPr id="11" name="Rechte verbindingslijn 10">
            <a:extLst>
              <a:ext uri="{FF2B5EF4-FFF2-40B4-BE49-F238E27FC236}">
                <a16:creationId xmlns:a16="http://schemas.microsoft.com/office/drawing/2014/main" id="{54734ACA-F730-2490-2C33-576FC1392C5D}"/>
              </a:ext>
            </a:extLst>
          </p:cNvPr>
          <p:cNvCxnSpPr/>
          <p:nvPr/>
        </p:nvCxnSpPr>
        <p:spPr>
          <a:xfrm>
            <a:off x="216535" y="6286500"/>
            <a:ext cx="11613515"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659871232"/>
      </p:ext>
    </p:extLst>
  </p:cSld>
  <p:clrMapOvr>
    <a:masterClrMapping/>
  </p:clrMapOvr>
</p:sld>
</file>

<file path=ppt/theme/theme1.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fa965198-69e9-47ed-816f-5514f30d54ad" xsi:nil="true"/>
    <lcf76f155ced4ddcb4097134ff3c332f xmlns="eb22b3bf-98b5-47b0-94f8-647b90e63012">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B44F50CCCBCBD4EA2D843C830E6BCD1" ma:contentTypeVersion="21" ma:contentTypeDescription="Een nieuw document maken." ma:contentTypeScope="" ma:versionID="9e4c271771403f489e8dd87a93307153">
  <xsd:schema xmlns:xsd="http://www.w3.org/2001/XMLSchema" xmlns:xs="http://www.w3.org/2001/XMLSchema" xmlns:p="http://schemas.microsoft.com/office/2006/metadata/properties" xmlns:ns2="8ae5155f-bc8e-4a3b-830e-c2c8cd29230a" xmlns:ns3="fa965198-69e9-47ed-816f-5514f30d54ad" xmlns:ns4="eb22b3bf-98b5-47b0-94f8-647b90e63012" targetNamespace="http://schemas.microsoft.com/office/2006/metadata/properties" ma:root="true" ma:fieldsID="934d7407844a548e444861ca8aae1328" ns2:_="" ns3:_="" ns4:_="">
    <xsd:import namespace="8ae5155f-bc8e-4a3b-830e-c2c8cd29230a"/>
    <xsd:import namespace="fa965198-69e9-47ed-816f-5514f30d54ad"/>
    <xsd:import namespace="eb22b3bf-98b5-47b0-94f8-647b90e63012"/>
    <xsd:element name="properties">
      <xsd:complexType>
        <xsd:sequence>
          <xsd:element name="documentManagement">
            <xsd:complexType>
              <xsd:all>
                <xsd:element ref="ns2:SharedWithUsers" minOccurs="0"/>
                <xsd:element ref="ns2:SharingHintHash" minOccurs="0"/>
                <xsd:element ref="ns2:SharedWithDetails" minOccurs="0"/>
                <xsd:element ref="ns3:LastSharedByUser" minOccurs="0"/>
                <xsd:element ref="ns3:LastSharedByTime" minOccurs="0"/>
                <xsd:element ref="ns4:MediaServiceMetadata" minOccurs="0"/>
                <xsd:element ref="ns4:MediaServiceFastMetadata" minOccurs="0"/>
                <xsd:element ref="ns4:MediaServiceEventHashCode" minOccurs="0"/>
                <xsd:element ref="ns4:MediaServiceGenerationTime" minOccurs="0"/>
                <xsd:element ref="ns4:MediaServiceAutoTags" minOccurs="0"/>
                <xsd:element ref="ns4:MediaServiceAutoKeyPoints" minOccurs="0"/>
                <xsd:element ref="ns4:MediaServiceKeyPoints" minOccurs="0"/>
                <xsd:element ref="ns4:MediaServiceOCR" minOccurs="0"/>
                <xsd:element ref="ns4:MediaServiceDateTaken" minOccurs="0"/>
                <xsd:element ref="ns4:MediaServiceLocation" minOccurs="0"/>
                <xsd:element ref="ns4:MediaLengthInSeconds" minOccurs="0"/>
                <xsd:element ref="ns4:MediaServiceObjectDetectorVersions" minOccurs="0"/>
                <xsd:element ref="ns4:MediaServiceSearchProperties" minOccurs="0"/>
                <xsd:element ref="ns4: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ae5155f-bc8e-4a3b-830e-c2c8cd29230a" elementFormDefault="qualified">
    <xsd:import namespace="http://schemas.microsoft.com/office/2006/documentManagement/types"/>
    <xsd:import namespace="http://schemas.microsoft.com/office/infopath/2007/PartnerControls"/>
    <xsd:element name="SharedWithUsers" ma:index="8"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ingHintHash" ma:index="9" nillable="true" ma:displayName="Hint-hash delen" ma:internalName="SharingHintHash" ma:readOnly="true">
      <xsd:simpleType>
        <xsd:restriction base="dms:Text"/>
      </xsd:simpleType>
    </xsd:element>
    <xsd:element name="SharedWithDetails" ma:index="10" nillable="true" ma:displayName="Gedeeld met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a965198-69e9-47ed-816f-5514f30d54ad" elementFormDefault="qualified">
    <xsd:import namespace="http://schemas.microsoft.com/office/2006/documentManagement/types"/>
    <xsd:import namespace="http://schemas.microsoft.com/office/infopath/2007/PartnerControls"/>
    <xsd:element name="LastSharedByUser" ma:index="11" nillable="true" ma:displayName="Laatst gedeeld, per gebruiker" ma:description="" ma:internalName="LastSharedByUser" ma:readOnly="true">
      <xsd:simpleType>
        <xsd:restriction base="dms:Note">
          <xsd:maxLength value="255"/>
        </xsd:restriction>
      </xsd:simpleType>
    </xsd:element>
    <xsd:element name="LastSharedByTime" ma:index="12" nillable="true" ma:displayName="Laatst gedeeld, per tijdstip" ma:description="" ma:internalName="LastSharedByTime" ma:readOnly="true">
      <xsd:simpleType>
        <xsd:restriction base="dms:DateTime"/>
      </xsd:simpleType>
    </xsd:element>
    <xsd:element name="TaxCatchAll" ma:index="28" nillable="true" ma:displayName="Taxonomy Catch All Column" ma:hidden="true" ma:list="{1ed523f1-61f5-4722-a487-01c77e5fa7c6}" ma:internalName="TaxCatchAll" ma:showField="CatchAllData" ma:web="fa965198-69e9-47ed-816f-5514f30d54ad">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eb22b3bf-98b5-47b0-94f8-647b90e63012" elementFormDefault="qualified">
    <xsd:import namespace="http://schemas.microsoft.com/office/2006/documentManagement/types"/>
    <xsd:import namespace="http://schemas.microsoft.com/office/infopath/2007/PartnerControls"/>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AutoTags" ma:index="17" nillable="true" ma:displayName="MediaServiceAutoTags" ma:internalName="MediaServiceAutoTags"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DateTaken" ma:index="21" nillable="true" ma:displayName="MediaServiceDateTaken" ma:hidden="true" ma:internalName="MediaServiceDateTaken" ma:readOnly="true">
      <xsd:simpleType>
        <xsd:restriction base="dms:Text"/>
      </xsd:simpleType>
    </xsd:element>
    <xsd:element name="MediaServiceLocation" ma:index="22" nillable="true" ma:displayName="Location" ma:internalName="MediaServiceLocation" ma:readOnly="true">
      <xsd:simpleType>
        <xsd:restriction base="dms:Text"/>
      </xsd:simpleType>
    </xsd:element>
    <xsd:element name="MediaLengthInSeconds" ma:index="23" nillable="true" ma:displayName="Length (seconds)" ma:internalName="MediaLengthInSeconds" ma:readOnly="true">
      <xsd:simpleType>
        <xsd:restriction base="dms:Unknow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lcf76f155ced4ddcb4097134ff3c332f" ma:index="27" nillable="true" ma:taxonomy="true" ma:internalName="lcf76f155ced4ddcb4097134ff3c332f" ma:taxonomyFieldName="MediaServiceImageTags" ma:displayName="Afbeeldingtags" ma:readOnly="false" ma:fieldId="{5cf76f15-5ced-4ddc-b409-7134ff3c332f}" ma:taxonomyMulti="true" ma:sspId="7a3c79c7-5926-4d0a-86ab-dbf0990efe5f"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7C9C8D4-728A-4D01-973E-158BDCFF20BD}">
  <ds:schemaRefs>
    <ds:schemaRef ds:uri="http://schemas.microsoft.com/sharepoint/v3/contenttype/forms"/>
  </ds:schemaRefs>
</ds:datastoreItem>
</file>

<file path=customXml/itemProps2.xml><?xml version="1.0" encoding="utf-8"?>
<ds:datastoreItem xmlns:ds="http://schemas.openxmlformats.org/officeDocument/2006/customXml" ds:itemID="{D2079E36-07A2-4025-84D5-DD5AF5E86629}">
  <ds:schemaRefs>
    <ds:schemaRef ds:uri="http://purl.org/dc/terms/"/>
    <ds:schemaRef ds:uri="8ae5155f-bc8e-4a3b-830e-c2c8cd29230a"/>
    <ds:schemaRef ds:uri="fa965198-69e9-47ed-816f-5514f30d54ad"/>
    <ds:schemaRef ds:uri="http://schemas.microsoft.com/office/2006/documentManagement/types"/>
    <ds:schemaRef ds:uri="http://schemas.microsoft.com/office/2006/metadata/properties"/>
    <ds:schemaRef ds:uri="http://schemas.openxmlformats.org/package/2006/metadata/core-properties"/>
    <ds:schemaRef ds:uri="http://purl.org/dc/dcmitype/"/>
    <ds:schemaRef ds:uri="http://www.w3.org/XML/1998/namespace"/>
    <ds:schemaRef ds:uri="http://purl.org/dc/elements/1.1/"/>
    <ds:schemaRef ds:uri="http://schemas.microsoft.com/office/infopath/2007/PartnerControls"/>
    <ds:schemaRef ds:uri="eb22b3bf-98b5-47b0-94f8-647b90e63012"/>
  </ds:schemaRefs>
</ds:datastoreItem>
</file>

<file path=customXml/itemProps3.xml><?xml version="1.0" encoding="utf-8"?>
<ds:datastoreItem xmlns:ds="http://schemas.openxmlformats.org/officeDocument/2006/customXml" ds:itemID="{98A64DCA-35EE-4790-9B22-12B3A0F4DD73}">
  <ds:schemaRefs>
    <ds:schemaRef ds:uri="8ae5155f-bc8e-4a3b-830e-c2c8cd29230a"/>
    <ds:schemaRef ds:uri="eb22b3bf-98b5-47b0-94f8-647b90e63012"/>
    <ds:schemaRef ds:uri="fa965198-69e9-47ed-816f-5514f30d54a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5812</TotalTime>
  <Words>186</Words>
  <Application>Microsoft Office PowerPoint</Application>
  <PresentationFormat>Widescreen</PresentationFormat>
  <Paragraphs>54</Paragraphs>
  <Slides>13</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13</vt:i4>
      </vt:variant>
    </vt:vector>
  </HeadingPairs>
  <TitlesOfParts>
    <vt:vector size="20" baseType="lpstr">
      <vt:lpstr>Aptos</vt:lpstr>
      <vt:lpstr>Aptos Display</vt:lpstr>
      <vt:lpstr>Arial</vt:lpstr>
      <vt:lpstr>Calibri</vt:lpstr>
      <vt:lpstr>Calibri Light</vt:lpstr>
      <vt:lpstr>Kantoorthema</vt:lpstr>
      <vt:lpstr>Kantoorthema</vt:lpstr>
      <vt:lpstr>Tygron Edu Event</vt:lpstr>
      <vt:lpstr>PowerPoint Presentation</vt:lpstr>
      <vt:lpstr>Uitdagingen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Florian Witsenburg</dc:creator>
  <cp:lastModifiedBy>Vincent van Diermen</cp:lastModifiedBy>
  <cp:revision>8</cp:revision>
  <dcterms:created xsi:type="dcterms:W3CDTF">2024-06-24T05:09:13Z</dcterms:created>
  <dcterms:modified xsi:type="dcterms:W3CDTF">2025-08-28T12:28:14Z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0x0101006B44F50CCCBCBD4EA2D843C830E6BCD1</vt:lpwstr>
  </property>
  <property fmtid="{D5CDD505-2E9C-101B-9397-08002B2CF9AE}" pid="3" name="MediaServiceImageTags">
    <vt:lpwstr/>
  </property>
</Properties>
</file>